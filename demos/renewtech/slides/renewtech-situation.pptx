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2ba26c2184728" /><Relationship Type="http://schemas.openxmlformats.org/officeDocument/2006/relationships/extended-properties" Target="/docProps/app.xml" Id="R31b321dd3b6b48c7" /><Relationship Type="http://schemas.openxmlformats.org/officeDocument/2006/relationships/officeDocument" Target="/ppt/presentation.xml" Id="R301487cfa176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d75f10bb5447e"/>
  </p:sldMasterIdLst>
  <p:notesMasterIdLst>
    <p:notesMasterId xmlns:r="http://schemas.openxmlformats.org/officeDocument/2006/relationships" r:id="R248dee8c2c6f410f"/>
  </p:notesMasterIdLst>
  <p:sldIdLst>
    <p:sldId xmlns:r="http://schemas.openxmlformats.org/officeDocument/2006/relationships" id="256" r:id="Rba367ba3101a4e82"/>
  </p:sldIdLst>
  <p:sldSz cx="12192000" cy="6858000"/>
  <p:notesSz cx="6858000" cy="9144000"/>
  <p:defaultTextStyle>
    <a:lvl1pPr xmlns:a="http://schemas.openxmlformats.org/drawingml/2006/main" marL="0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609585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1219170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828754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2438339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3047924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3657509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4267093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4876678" algn="l" defTabSz="1219170">
      <a:buNone/>
      <a:defRPr sz="24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llemlayout 4 - Markering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7B26C5-4107-4FEC-AEDC-1716B250A1EF}" styleName="Lyst layou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yst layout 1 - Markerin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d7cba4fbdd46f7" /><Relationship Type="http://schemas.openxmlformats.org/officeDocument/2006/relationships/slideMaster" Target="/ppt/slideMasters/slideMaster1.xml" Id="Ra2ad75f10bb5447e" /><Relationship Type="http://schemas.openxmlformats.org/officeDocument/2006/relationships/notesMaster" Target="/ppt/notesMasters/notesMaster1.xml" Id="R248dee8c2c6f410f" /><Relationship Type="http://schemas.openxmlformats.org/officeDocument/2006/relationships/presProps" Target="/ppt/presProps.xml" Id="R82a2abe1cdcb4508" /><Relationship Type="http://schemas.openxmlformats.org/officeDocument/2006/relationships/viewProps" Target="/ppt/viewProps.xml" Id="R32d433c218724482" /><Relationship Type="http://schemas.openxmlformats.org/officeDocument/2006/relationships/tableStyles" Target="/ppt/tableStyles.xml" Id="Rd3cd5c3b96bf4f54" /><Relationship Type="http://schemas.openxmlformats.org/officeDocument/2006/relationships/slide" Target="/ppt/slides/slide1.xml" Id="Rba367ba3101a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a2d7a36447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Relewise tema 5">
  <a:themeElements>
    <a:clrScheme name="Brugerdefineret 1">
      <a:dk1>
        <a:srgbClr val="292929"/>
      </a:dk1>
      <a:lt1>
        <a:srgbClr val="E6EFFA"/>
      </a:lt1>
      <a:dk2>
        <a:srgbClr val="3764E4"/>
      </a:dk2>
      <a:lt2>
        <a:srgbClr val="53CF78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rugerdefineret 2">
      <a:majorFont>
        <a:latin typeface="Italian Plate No2 Expanded Bold"/>
        <a:ea typeface=""/>
        <a:cs typeface=""/>
      </a:majorFont>
      <a:minorFont>
        <a:latin typeface="Italian Plate No2 Expanded"/>
        <a:ea typeface=""/>
        <a:cs typeface=""/>
      </a:minorFont>
    </a:fontScheme>
    <a:fmtScheme name="Brugerdefinere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76c72eeb343fa" /><Relationship Type="http://schemas.openxmlformats.org/officeDocument/2006/relationships/notesMaster" Target="/ppt/notesMasters/notesMaster1.xml" Id="Rc82543f4423a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situation for customer confirmation. Sources: Wispr Flow meeting 19 October 2026, Personalization platform from Relewise &lt;&gt; Renewtech, https://notes.wisprflow.ai/shared/0IvcdEs46UbcyDOD4Y8DmmYnlD0SGwj_7RP1cM4-kpI. Thomas wants standardized supplier tests, accurate part/configuration relationships, and daily changes without repeatedly calling TRIC. HubSpot 30 April notes record data-maturity concerns. No quantified benefit or purchase deadline agreed. Demo date confirmed by 27 October email. Value is a hypothesis to validate, not a measured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a41f3c5224296" /><Relationship Type="http://schemas.openxmlformats.org/officeDocument/2006/relationships/image" Target="/ppt/media/image.png" Id="R9c96e06a1fc94714" /><Relationship Type="http://schemas.openxmlformats.org/officeDocument/2006/relationships/image" Target="/ppt/media/image2.png" Id="R3618a6207e9c4b67" /><Relationship Type="http://schemas.openxmlformats.org/officeDocument/2006/relationships/image" Target="/ppt/media/image.svg" Id="Redd13889608b4b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4c4c466714f89" /><Relationship Type="http://schemas.openxmlformats.org/officeDocument/2006/relationships/image" Target="/ppt/media/image3.png" Id="R22db535630b44f53" /><Relationship Type="http://schemas.openxmlformats.org/officeDocument/2006/relationships/image" Target="/ppt/media/image4.png" Id="Rde9164f9c67d4f0d" /><Relationship Type="http://schemas.openxmlformats.org/officeDocument/2006/relationships/image" Target="/ppt/media/image2.svg" Id="R6ed54cf7176c4077" /><Relationship Type="http://schemas.openxmlformats.org/officeDocument/2006/relationships/image" Target="/ppt/media/image5.png" Id="Ra3016ff9300b46b7" /><Relationship Type="http://schemas.openxmlformats.org/officeDocument/2006/relationships/image" Target="/ppt/media/image3.svg" Id="Re7f3cf0481f94d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932018d864331" /><Relationship Type="http://schemas.openxmlformats.org/officeDocument/2006/relationships/image" Target="/ppt/media/image6.png" Id="Rb2bc590e7cc24a13" /><Relationship Type="http://schemas.openxmlformats.org/officeDocument/2006/relationships/image" Target="/ppt/media/image4.svg" Id="R6d1e8b18b5f148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9623d42cd45a3" /><Relationship Type="http://schemas.openxmlformats.org/officeDocument/2006/relationships/image" Target="/ppt/media/image7.png" Id="Rea423c89acbf4676" /><Relationship Type="http://schemas.openxmlformats.org/officeDocument/2006/relationships/image" Target="/ppt/media/image2.png" Id="Re4f85df967244af5" /><Relationship Type="http://schemas.openxmlformats.org/officeDocument/2006/relationships/image" Target="/ppt/media/image.svg" Id="Rbd0f38866dd84d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6a9eacf8b49ea" /><Relationship Type="http://schemas.openxmlformats.org/officeDocument/2006/relationships/image" Target="/ppt/media/image8.png" Id="Rab8529fbe30448e6" /><Relationship Type="http://schemas.openxmlformats.org/officeDocument/2006/relationships/image" Target="/ppt/media/image5.svg" Id="Rd4ab03de3c4541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64da4f9f84ad0" /><Relationship Type="http://schemas.openxmlformats.org/officeDocument/2006/relationships/image" Target="/ppt/media/image8.png" Id="R34d30177c06e4249" /><Relationship Type="http://schemas.openxmlformats.org/officeDocument/2006/relationships/image" Target="/ppt/media/image5.svg" Id="R7cf506bfcdfb4d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158748a7442cf" /><Relationship Type="http://schemas.openxmlformats.org/officeDocument/2006/relationships/image" Target="/ppt/media/image9.png" Id="R0fd4d231633e42ed" /><Relationship Type="http://schemas.openxmlformats.org/officeDocument/2006/relationships/image" Target="/ppt/media/image6.svg" Id="R0ec1d7cd8896459a" /><Relationship Type="http://schemas.openxmlformats.org/officeDocument/2006/relationships/image" Target="/ppt/media/image10.png" Id="R38613b6c3a564b67" /><Relationship Type="http://schemas.openxmlformats.org/officeDocument/2006/relationships/image" Target="/ppt/media/image7.svg" Id="R997302b975f44a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13ba313974c8b" /><Relationship Type="http://schemas.openxmlformats.org/officeDocument/2006/relationships/image" Target="/ppt/media/image11.png" Id="R455602f28ddb4b51" /><Relationship Type="http://schemas.openxmlformats.org/officeDocument/2006/relationships/image" Target="/ppt/media/image8.svg" Id="R28d6e9070145407c" /><Relationship Type="http://schemas.openxmlformats.org/officeDocument/2006/relationships/image" Target="/ppt/media/image12.png" Id="Rde5b8fd9ae6f41b0" /><Relationship Type="http://schemas.openxmlformats.org/officeDocument/2006/relationships/image" Target="/ppt/media/image9.svg" Id="R99ac7c1f02bc414b" /><Relationship Type="http://schemas.openxmlformats.org/officeDocument/2006/relationships/image" Target="/ppt/media/image13.png" Id="Re6ec0dbdff404e67" /><Relationship Type="http://schemas.openxmlformats.org/officeDocument/2006/relationships/image" Target="/ppt/media/image10.svg" Id="Rc6f9448cf24148a8" /><Relationship Type="http://schemas.openxmlformats.org/officeDocument/2006/relationships/image" Target="/ppt/media/image14.png" Id="Rd2c6f7ae54024ba4" /><Relationship Type="http://schemas.openxmlformats.org/officeDocument/2006/relationships/image" Target="/ppt/media/image11.svg" Id="R21edf763623c4e06" /><Relationship Type="http://schemas.openxmlformats.org/officeDocument/2006/relationships/image" Target="/ppt/media/image15.png" Id="R3302e50d72b640ca" /><Relationship Type="http://schemas.openxmlformats.org/officeDocument/2006/relationships/image" Target="/ppt/media/image12.svg" Id="Rcabc961d253d4997" /><Relationship Type="http://schemas.openxmlformats.org/officeDocument/2006/relationships/image" Target="/ppt/media/image16.png" Id="Rddddd32ec1914b2f" /><Relationship Type="http://schemas.openxmlformats.org/officeDocument/2006/relationships/image" Target="/ppt/media/image13.svg" Id="R34034595beaf4fb9" /><Relationship Type="http://schemas.openxmlformats.org/officeDocument/2006/relationships/image" Target="/ppt/media/image17.png" Id="R8647f4af1da14421" /><Relationship Type="http://schemas.openxmlformats.org/officeDocument/2006/relationships/image" Target="/ppt/media/image14.svg" Id="R444e58769f9a4dd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02915b018405a" /><Relationship Type="http://schemas.openxmlformats.org/officeDocument/2006/relationships/image" Target="/ppt/media/image11.png" Id="R05bbbad98fcb4f04" /><Relationship Type="http://schemas.openxmlformats.org/officeDocument/2006/relationships/image" Target="/ppt/media/image8.svg" Id="R6303697c84cd420b" /><Relationship Type="http://schemas.openxmlformats.org/officeDocument/2006/relationships/image" Target="/ppt/media/image12.png" Id="R2dea998f367a448e" /><Relationship Type="http://schemas.openxmlformats.org/officeDocument/2006/relationships/image" Target="/ppt/media/image9.svg" Id="R9cbdbcdf3ee74d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41130b79f469e" /><Relationship Type="http://schemas.openxmlformats.org/officeDocument/2006/relationships/image" Target="/ppt/media/image9.png" Id="R0bce882026b84539" /><Relationship Type="http://schemas.openxmlformats.org/officeDocument/2006/relationships/image" Target="/ppt/media/image6.svg" Id="R4d0820cd404241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5ec83b8744ca8" /><Relationship Type="http://schemas.openxmlformats.org/officeDocument/2006/relationships/image" Target="/ppt/media/image18.png" Id="R76419ba9970240f9" /><Relationship Type="http://schemas.openxmlformats.org/officeDocument/2006/relationships/image" Target="/ppt/media/image15.svg" Id="R879bd3a0965f442b" /></Relationships>
</file>

<file path=ppt/slideLayouts/slideLayout1.xml><?xml version="1.0" encoding="utf-8"?>
<p:sldLayout xmlns:p="http://schemas.openxmlformats.org/presentationml/2006/main" preserve="1">
  <p:cSld name="Intro slide blu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DA99D8D-7C8E-467C-A73E-C8008C4E3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6e06a1fc9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36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1DCF69B3-12B1-4CF9-B0CA-DCB81939F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6e06a1fc9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36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1114AA0A-92A8-1B59-40EB-AD8DFC8E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6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53CF78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900"/>
          </a:p>
        </p:txBody>
      </p:sp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57CED8EB-750E-914E-EB81-9B9FCA57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61" y="6045201"/>
            <a:ext cx="469897" cy="469900"/>
          </a:xfrm>
          <a:prstGeom xmlns:a="http://schemas.openxmlformats.org/drawingml/2006/main" prst="roundRect">
            <a:avLst>
              <a:gd name="adj" fmla="val 80757"/>
            </a:avLst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900"/>
          </a:p>
        </p:txBody>
      </p:sp>
      <p:sp>
        <p:nvSpPr>
          <p:cNvPr id="8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ABEC8D56-D9D4-AB27-A2C5-498AA7656C2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082509" y="3146823"/>
            <a:ext cx="6026921" cy="564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300" b="1"/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pic>
        <p:nvPicPr>
          <p:cNvPr id="10" name="Grafik 9">
            <a:extLst xmlns:a="http://schemas.openxmlformats.org/drawingml/2006/main">
              <a:ext uri="{FF2B5EF4-FFF2-40B4-BE49-F238E27FC236}">
                <a16:creationId xmlns:a16="http://schemas.microsoft.com/office/drawing/2014/main" id="{DC1A73EC-42BA-4847-BF1D-F95E5BF469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8a6207e9c4b67">
            <a:extLst>
              <a:ext uri="{96DAC541-7B7A-43D3-8B79-37D633B846F1}">
                <asvg:svgBlip xmlns:asvg="http://schemas.microsoft.com/office/drawing/2016/SVG/main" r:embed="Redd13889608b4b3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4933" y="342901"/>
            <a:ext cx="1133656" cy="207324"/>
          </a:xfrm>
          <a:prstGeom xmlns:a="http://schemas.openxmlformats.org/drawingml/2006/main" prst="rect">
            <a:avLst/>
          </a:prstGeom>
        </p:spPr>
      </p:pic>
      <p:sp>
        <p:nvSpPr>
          <p:cNvPr id="6" name="Shape 0">
            <a:extLst xmlns:a="http://schemas.openxmlformats.org/drawingml/2006/main">
              <a:ext uri="{FF2B5EF4-FFF2-40B4-BE49-F238E27FC236}">
                <a16:creationId xmlns:a16="http://schemas.microsoft.com/office/drawing/2014/main" id="{E8100CBB-DB80-90AE-E4DC-E69BA637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6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53CF78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7" name="Shape 1">
            <a:extLst xmlns:a="http://schemas.openxmlformats.org/drawingml/2006/main">
              <a:ext uri="{FF2B5EF4-FFF2-40B4-BE49-F238E27FC236}">
                <a16:creationId xmlns:a16="http://schemas.microsoft.com/office/drawing/2014/main" id="{0D3F4826-5A14-DAD4-2B99-90765BA6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61" y="6045201"/>
            <a:ext cx="469897" cy="469900"/>
          </a:xfrm>
          <a:prstGeom xmlns:a="http://schemas.openxmlformats.org/drawingml/2006/main" prst="roundRect">
            <a:avLst>
              <a:gd name="adj" fmla="val 80757"/>
            </a:avLst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pic>
        <p:nvPicPr>
          <p:cNvPr id="9" name="Grafik 8">
            <a:extLst xmlns:a="http://schemas.openxmlformats.org/drawingml/2006/main">
              <a:ext uri="{FF2B5EF4-FFF2-40B4-BE49-F238E27FC236}">
                <a16:creationId xmlns:a16="http://schemas.microsoft.com/office/drawing/2014/main" id="{BCBDF5CD-8E7B-493A-883D-906C8878C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8a6207e9c4b67">
            <a:extLst>
              <a:ext uri="{96DAC541-7B7A-43D3-8B79-37D633B846F1}">
                <asvg:svgBlip xmlns:asvg="http://schemas.microsoft.com/office/drawing/2016/SVG/main" r:embed="Redd13889608b4b3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4933" y="342901"/>
            <a:ext cx="1133656" cy="20732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Lightblue intro slide 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Billede 5">
            <a:extLst xmlns:a="http://schemas.openxmlformats.org/drawingml/2006/main">
              <a:ext uri="{FF2B5EF4-FFF2-40B4-BE49-F238E27FC236}">
                <a16:creationId xmlns:a16="http://schemas.microsoft.com/office/drawing/2014/main" id="{9F9F41CD-21C1-4F04-BCA5-C7EA51429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b535630b4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269A2E62-9E71-7AE1-0D4D-370F853F9A7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082509" y="3146823"/>
            <a:ext cx="6026921" cy="564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3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pic>
        <p:nvPicPr>
          <p:cNvPr id="9" name="Grafik 8">
            <a:extLst xmlns:a="http://schemas.openxmlformats.org/drawingml/2006/main">
              <a:ext uri="{FF2B5EF4-FFF2-40B4-BE49-F238E27FC236}">
                <a16:creationId xmlns:a16="http://schemas.microsoft.com/office/drawing/2014/main" id="{A2E88F67-841A-44F5-BEE1-5FFBD20799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164f9c67d4f0d">
            <a:extLst>
              <a:ext uri="{96DAC541-7B7A-43D3-8B79-37D633B846F1}">
                <asvg:svgBlip xmlns:asvg="http://schemas.microsoft.com/office/drawing/2016/SVG/main" r:embed="R6ed54cf7176c40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470150"/>
            <a:ext cx="12192000" cy="1917700"/>
          </a:xfrm>
          <a:prstGeom xmlns:a="http://schemas.openxmlformats.org/drawingml/2006/main" prst="rect">
            <a:avLst/>
          </a:prstGeom>
        </p:spPr>
      </p:pic>
      <p:pic>
        <p:nvPicPr>
          <p:cNvPr id="7" name="Image 0">
            <a:extLst xmlns:a="http://schemas.openxmlformats.org/drawingml/2006/main">
              <a:ext uri="{FF2B5EF4-FFF2-40B4-BE49-F238E27FC236}">
                <a16:creationId xmlns:a16="http://schemas.microsoft.com/office/drawing/2014/main" id="{09941B15-3924-4794-99E5-061F88E8A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16ff9300b46b7">
            <a:extLst>
              <a:ext uri="{96DAC541-7B7A-43D3-8B79-37D633B846F1}">
                <asvg:svgBlip xmlns:asvg="http://schemas.microsoft.com/office/drawing/2016/SVG/main" r:embed="Re7f3cf0481f94d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7" y="343302"/>
            <a:ext cx="1110395" cy="203173"/>
          </a:xfrm>
          <a:prstGeom xmlns:a="http://schemas.openxmlformats.org/drawingml/2006/main" prst="rect">
            <a:avLst/>
          </a:prstGeom>
        </p:spPr>
      </p:pic>
      <p:sp>
        <p:nvSpPr>
          <p:cNvPr id="10" name="Shape 0">
            <a:extLst xmlns:a="http://schemas.openxmlformats.org/drawingml/2006/main">
              <a:ext uri="{FF2B5EF4-FFF2-40B4-BE49-F238E27FC236}">
                <a16:creationId xmlns:a16="http://schemas.microsoft.com/office/drawing/2014/main" id="{55031A84-6A79-D856-5212-693BCD76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511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E0D5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two columns" userDrawn="1">
  <p:cSld name="Thank you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0F6BE13-A423-41F8-BF81-AB526060C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c590e7cc24a13">
            <a:extLst>
              <a:ext uri="{96DAC541-7B7A-43D3-8B79-37D633B846F1}">
                <asvg:svgBlip xmlns:asvg="http://schemas.microsoft.com/office/drawing/2016/SVG/main" r:embed="R6d1e8b18b5f148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7" y="343302"/>
            <a:ext cx="1110395" cy="203173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D3A6E5E-A1C8-A255-25ED-7A1BC48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899" y="6336922"/>
            <a:ext cx="380997" cy="761901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900"/>
          </a:p>
        </p:txBody>
      </p:sp>
      <p:sp>
        <p:nvSpPr>
          <p:cNvPr id="17" name="Pladsholder til billede 11">
            <a:extLst xmlns:a="http://schemas.openxmlformats.org/drawingml/2006/main">
              <a:ext uri="{FF2B5EF4-FFF2-40B4-BE49-F238E27FC236}">
                <a16:creationId xmlns:a16="http://schemas.microsoft.com/office/drawing/2014/main" id="{8AFE6303-FCB5-CF32-B992-8C0ECCE56C62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334773" y="2350863"/>
            <a:ext cx="1673833" cy="231410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D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Pladsholder til billede 11">
            <a:extLst xmlns:a="http://schemas.openxmlformats.org/drawingml/2006/main">
              <a:ext uri="{FF2B5EF4-FFF2-40B4-BE49-F238E27FC236}">
                <a16:creationId xmlns:a16="http://schemas.microsoft.com/office/drawing/2014/main" id="{CC711AC3-9BE4-867F-1C8E-BFE74D491FD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262430" y="2350863"/>
            <a:ext cx="1673833" cy="231410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D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ladsholder til billede 11">
            <a:extLst xmlns:a="http://schemas.openxmlformats.org/drawingml/2006/main">
              <a:ext uri="{FF2B5EF4-FFF2-40B4-BE49-F238E27FC236}">
                <a16:creationId xmlns:a16="http://schemas.microsoft.com/office/drawing/2014/main" id="{43E59CF6-E532-D9A0-A032-4154E54E1543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9061808" y="2350863"/>
            <a:ext cx="1673833" cy="231410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D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D31D5D17-99AC-2F0D-6B97-B7CE547FD5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96897" y="1228346"/>
            <a:ext cx="4539584" cy="592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Thank you</a:t>
            </a:r>
            <a:endParaRPr/>
          </a:p>
        </p:txBody>
      </p:sp>
      <p:sp>
        <p:nvSpPr>
          <p:cNvPr id="22" name="Pladsholder til tekst 21">
            <a:extLst xmlns:a="http://schemas.openxmlformats.org/drawingml/2006/main">
              <a:ext uri="{FF2B5EF4-FFF2-40B4-BE49-F238E27FC236}">
                <a16:creationId xmlns:a16="http://schemas.microsoft.com/office/drawing/2014/main" id="{4F55F490-2641-118B-E339-0BB82924D05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05366" y="4757783"/>
            <a:ext cx="1332645" cy="3596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867"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  <a:endParaRPr/>
          </a:p>
        </p:txBody>
      </p:sp>
      <p:sp>
        <p:nvSpPr>
          <p:cNvPr id="24" name="Pladsholder til tekst 23">
            <a:extLst xmlns:a="http://schemas.openxmlformats.org/drawingml/2006/main">
              <a:ext uri="{FF2B5EF4-FFF2-40B4-BE49-F238E27FC236}">
                <a16:creationId xmlns:a16="http://schemas.microsoft.com/office/drawing/2014/main" id="{6160356A-6932-1B25-BAE1-13690F0205A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291363" y="5194792"/>
            <a:ext cx="1765291" cy="3024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333"/>
            </a:lvl1pPr>
          </a:lstStyle>
          <a:p xmlns:a="http://schemas.openxmlformats.org/drawingml/2006/main">
            <a:pPr lvl="0">
              <a:buNone/>
            </a:pPr>
            <a:r>
              <a:t>T</a:t>
            </a:r>
            <a:r>
              <a:t>itle</a:t>
            </a:r>
            <a:endParaRPr/>
          </a:p>
        </p:txBody>
      </p:sp>
      <p:sp>
        <p:nvSpPr>
          <p:cNvPr id="25" name="Pladsholder til tekst 21">
            <a:extLst xmlns:a="http://schemas.openxmlformats.org/drawingml/2006/main">
              <a:ext uri="{FF2B5EF4-FFF2-40B4-BE49-F238E27FC236}">
                <a16:creationId xmlns:a16="http://schemas.microsoft.com/office/drawing/2014/main" id="{0F33C0BD-84CF-731E-8871-58320BF2661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429678" y="4757783"/>
            <a:ext cx="1332645" cy="3596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867"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  <a:endParaRPr/>
          </a:p>
        </p:txBody>
      </p:sp>
      <p:sp>
        <p:nvSpPr>
          <p:cNvPr id="26" name="Pladsholder til tekst 23">
            <a:extLst xmlns:a="http://schemas.openxmlformats.org/drawingml/2006/main">
              <a:ext uri="{FF2B5EF4-FFF2-40B4-BE49-F238E27FC236}">
                <a16:creationId xmlns:a16="http://schemas.microsoft.com/office/drawing/2014/main" id="{2CED1BB6-90C3-C5F9-56E4-E6230FE6C2E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215675" y="5194792"/>
            <a:ext cx="1765291" cy="3024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333"/>
            </a:lvl1pPr>
          </a:lstStyle>
          <a:p xmlns:a="http://schemas.openxmlformats.org/drawingml/2006/main">
            <a:pPr lvl="0">
              <a:buNone/>
            </a:pPr>
            <a:r>
              <a:t>T</a:t>
            </a:r>
            <a:r>
              <a:t>itle</a:t>
            </a:r>
            <a:endParaRPr/>
          </a:p>
        </p:txBody>
      </p:sp>
      <p:sp>
        <p:nvSpPr>
          <p:cNvPr id="27" name="Pladsholder til tekst 21">
            <a:extLst xmlns:a="http://schemas.openxmlformats.org/drawingml/2006/main">
              <a:ext uri="{FF2B5EF4-FFF2-40B4-BE49-F238E27FC236}">
                <a16:creationId xmlns:a16="http://schemas.microsoft.com/office/drawing/2014/main" id="{6F1B7CEA-2B3D-9794-B10C-E8E693F70CA4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230419" y="4757783"/>
            <a:ext cx="1332645" cy="3596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867"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  <a:endParaRPr/>
          </a:p>
        </p:txBody>
      </p:sp>
      <p:sp>
        <p:nvSpPr>
          <p:cNvPr id="28" name="Pladsholder til tekst 23">
            <a:extLst xmlns:a="http://schemas.openxmlformats.org/drawingml/2006/main">
              <a:ext uri="{FF2B5EF4-FFF2-40B4-BE49-F238E27FC236}">
                <a16:creationId xmlns:a16="http://schemas.microsoft.com/office/drawing/2014/main" id="{A1C9F252-B833-D4F0-5871-F601C41E5FD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9016416" y="5194792"/>
            <a:ext cx="1765291" cy="3024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333"/>
            </a:lvl1pPr>
          </a:lstStyle>
          <a:p xmlns:a="http://schemas.openxmlformats.org/drawingml/2006/main">
            <a:pPr lvl="0">
              <a:buNone/>
            </a:pPr>
            <a:r>
              <a:t>T</a:t>
            </a:r>
            <a:r>
              <a:t>itle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Empty Content Rele Design Blue 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A173C435-FA2F-3B75-7FFE-031F759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38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2F8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pic>
        <p:nvPicPr>
          <p:cNvPr id="6" name="Billede 5">
            <a:extLst xmlns:a="http://schemas.openxmlformats.org/drawingml/2006/main">
              <a:ext uri="{FF2B5EF4-FFF2-40B4-BE49-F238E27FC236}">
                <a16:creationId xmlns:a16="http://schemas.microsoft.com/office/drawing/2014/main" id="{8B12D8F9-A931-47C7-9F74-772504BE4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23c89acbf467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054475"/>
            <a:ext cx="12191996" cy="2038349"/>
          </a:xfrm>
          <a:prstGeom xmlns:a="http://schemas.openxmlformats.org/drawingml/2006/main" prst="rect">
            <a:avLst/>
          </a:prstGeom>
        </p:spPr>
      </p:pic>
      <p:pic>
        <p:nvPicPr>
          <p:cNvPr id="7" name="Grafik 6">
            <a:extLst xmlns:a="http://schemas.openxmlformats.org/drawingml/2006/main">
              <a:ext uri="{FF2B5EF4-FFF2-40B4-BE49-F238E27FC236}">
                <a16:creationId xmlns:a16="http://schemas.microsoft.com/office/drawing/2014/main" id="{4C94D172-E479-450B-8E38-59C3C9545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85df967244af5">
            <a:extLst>
              <a:ext uri="{96DAC541-7B7A-43D3-8B79-37D633B846F1}">
                <asvg:svgBlip xmlns:asvg="http://schemas.microsoft.com/office/drawing/2016/SVG/main" r:embed="Rbd0f38866dd84d3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4933" y="342901"/>
            <a:ext cx="1133656" cy="20732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Picture and bulletlis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hape 8">
            <a:extLst xmlns:a="http://schemas.openxmlformats.org/drawingml/2006/main">
              <a:ext uri="{FF2B5EF4-FFF2-40B4-BE49-F238E27FC236}">
                <a16:creationId xmlns:a16="http://schemas.microsoft.com/office/drawing/2014/main" id="{AC4E2773-FA83-7236-71E0-8D089E13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38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5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F42999B7-58C7-1AA7-F5F3-31AD5899FDD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96897" y="1508541"/>
            <a:ext cx="4539584" cy="592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 </a:t>
            </a:r>
            <a:r>
              <a:t>bulletlist</a:t>
            </a:r>
            <a:endParaRPr/>
          </a:p>
        </p:txBody>
      </p:sp>
      <p:sp>
        <p:nvSpPr>
          <p:cNvPr id="6" name="Pladsholder til tekst 9">
            <a:extLst xmlns:a="http://schemas.openxmlformats.org/drawingml/2006/main">
              <a:ext uri="{FF2B5EF4-FFF2-40B4-BE49-F238E27FC236}">
                <a16:creationId xmlns:a16="http://schemas.microsoft.com/office/drawing/2014/main" id="{4910462A-874E-B2B0-9242-E795FE69E96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96823" y="2597151"/>
            <a:ext cx="4539584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71446" indent="-171446">
              <a:buSzPct val="60000"/>
              <a:buFontTx/>
              <a:buNone/>
              <a:defRPr>
                <a:latin typeface="+mn-lt"/>
                <a:ea typeface="+mn-lt"/>
                <a:cs typeface="+mn-lt"/>
              </a:defRPr>
            </a:lvl1pPr>
            <a:lvl2pPr marL="457189" indent="-228594">
              <a:buSzPct val="60000"/>
              <a:buFontTx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Insert text</a:t>
            </a:r>
          </a:p>
          <a:p xmlns:a="http://schemas.openxmlformats.org/drawingml/2006/main">
            <a:pPr lvl="1">
              <a:buNone/>
            </a:pPr>
            <a:r>
              <a:t>Insert text 2</a:t>
            </a:r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7" name="Pladsholder til billede 11">
            <a:extLst xmlns:a="http://schemas.openxmlformats.org/drawingml/2006/main">
              <a:ext uri="{FF2B5EF4-FFF2-40B4-BE49-F238E27FC236}">
                <a16:creationId xmlns:a16="http://schemas.microsoft.com/office/drawing/2014/main" id="{74BC7CCD-2B9C-8AB9-9DEF-55E8C4B50DB5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7669727" y="1311690"/>
            <a:ext cx="3295221" cy="455571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0D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Image 1">
            <a:extLst xmlns:a="http://schemas.openxmlformats.org/drawingml/2006/main">
              <a:ext uri="{FF2B5EF4-FFF2-40B4-BE49-F238E27FC236}">
                <a16:creationId xmlns:a16="http://schemas.microsoft.com/office/drawing/2014/main" id="{E30C27EE-2205-4DAA-B70D-57AEDFAA0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529fbe30448e6">
            <a:extLst>
              <a:ext uri="{96DAC541-7B7A-43D3-8B79-37D633B846F1}">
                <asvg:svgBlip xmlns:asvg="http://schemas.microsoft.com/office/drawing/2016/SVG/main" r:embed="Rd4ab03de3c4541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Title slide alternativ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dsholder til billede 7">
            <a:extLst xmlns:a="http://schemas.openxmlformats.org/drawingml/2006/main">
              <a:ext uri="{FF2B5EF4-FFF2-40B4-BE49-F238E27FC236}">
                <a16:creationId xmlns:a16="http://schemas.microsoft.com/office/drawing/2014/main" id="{D9B90ED2-F03C-09E0-F439-F3051B06667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-2760653" y="926307"/>
            <a:ext cx="9367864" cy="5005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D5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Pladsholder til tekst 13">
            <a:extLst xmlns:a="http://schemas.openxmlformats.org/drawingml/2006/main">
              <a:ext uri="{FF2B5EF4-FFF2-40B4-BE49-F238E27FC236}">
                <a16:creationId xmlns:a16="http://schemas.microsoft.com/office/drawing/2014/main" id="{A91C2165-7111-A87D-A009-DB776048509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2192001" y="3188495"/>
            <a:ext cx="45714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Klik for at redigere teksttypografierne i masteren</a:t>
            </a:r>
          </a:p>
          <a:p xmlns:a="http://schemas.openxmlformats.org/drawingml/2006/main">
            <a:pPr lvl="1">
              <a:buNone/>
            </a:pPr>
            <a:r>
              <a:t>Andet niveau</a:t>
            </a:r>
          </a:p>
          <a:p xmlns:a="http://schemas.openxmlformats.org/drawingml/2006/main">
            <a:pPr lvl="2">
              <a:buNone/>
            </a:pPr>
            <a:r>
              <a:t>Tredje niveau</a:t>
            </a:r>
          </a:p>
          <a:p xmlns:a="http://schemas.openxmlformats.org/drawingml/2006/main">
            <a:pPr lvl="3">
              <a:buNone/>
            </a:pPr>
            <a:r>
              <a:t>Fjerde niveau</a:t>
            </a:r>
          </a:p>
          <a:p xmlns:a="http://schemas.openxmlformats.org/drawingml/2006/main">
            <a:pPr lvl="4">
              <a:buNone/>
            </a:pPr>
            <a:r>
              <a:t>Femte niveau</a:t>
            </a:r>
          </a:p>
        </p:txBody>
      </p:sp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B1E02212-79C3-1B27-576B-A72376F8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063" y="1262621"/>
            <a:ext cx="4332736" cy="4332759"/>
          </a:xfrm>
          <a:prstGeom xmlns:a="http://schemas.openxmlformats.org/drawingml/2006/main" prst="roundRect">
            <a:avLst>
              <a:gd name="adj" fmla="val 58670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16" name="Pladsholder til tekst 15">
            <a:extLst xmlns:a="http://schemas.openxmlformats.org/drawingml/2006/main">
              <a:ext uri="{FF2B5EF4-FFF2-40B4-BE49-F238E27FC236}">
                <a16:creationId xmlns:a16="http://schemas.microsoft.com/office/drawing/2014/main" id="{6223998C-C4E9-663D-C490-10D7B422FB7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915215" y="2220162"/>
            <a:ext cx="2394432" cy="5230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7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sp>
        <p:nvSpPr>
          <p:cNvPr id="18" name="Pladsholder til tekst 17">
            <a:extLst xmlns:a="http://schemas.openxmlformats.org/drawingml/2006/main">
              <a:ext uri="{FF2B5EF4-FFF2-40B4-BE49-F238E27FC236}">
                <a16:creationId xmlns:a16="http://schemas.microsoft.com/office/drawing/2014/main" id="{FAF490C4-B5AA-0462-2DC0-6E86A3999F2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571566" y="3188495"/>
            <a:ext cx="3081729" cy="1516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/>
            </a:lvl1pPr>
          </a:lstStyle>
          <a:p xmlns:a="http://schemas.openxmlformats.org/drawingml/2006/main">
            <a:pPr lvl="0">
              <a:buNone/>
            </a:pPr>
            <a:r>
              <a:t>S</a:t>
            </a:r>
            <a:r>
              <a:t>ubheadline</a:t>
            </a:r>
            <a:r>
              <a:t> </a:t>
            </a:r>
            <a:r>
              <a:t>text</a:t>
            </a:r>
            <a:r>
              <a:t> </a:t>
            </a:r>
          </a:p>
        </p:txBody>
      </p:sp>
      <p:pic>
        <p:nvPicPr>
          <p:cNvPr id="19" name="Image 1">
            <a:extLst xmlns:a="http://schemas.openxmlformats.org/drawingml/2006/main">
              <a:ext uri="{FF2B5EF4-FFF2-40B4-BE49-F238E27FC236}">
                <a16:creationId xmlns:a16="http://schemas.microsoft.com/office/drawing/2014/main" id="{9C9B9513-1012-44ED-85A9-EBFEF1FAC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30177c06e4249">
            <a:extLst>
              <a:ext uri="{96DAC541-7B7A-43D3-8B79-37D633B846F1}">
                <asvg:svgBlip xmlns:asvg="http://schemas.microsoft.com/office/drawing/2016/SVG/main" r:embed="R7cf506bfcdfb4d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Bulletlist and 2 picture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B7E964AA-79D6-4EC2-973B-25921E1F0A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4d231633e42ed">
            <a:extLst>
              <a:ext uri="{96DAC541-7B7A-43D3-8B79-37D633B846F1}">
                <asvg:svgBlip xmlns:asvg="http://schemas.microsoft.com/office/drawing/2016/SVG/main" r:embed="R0ec1d7cd889645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D274230D-0DD1-4419-AD3F-E80A61098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13b6c3a564b67">
            <a:extLst>
              <a:ext uri="{96DAC541-7B7A-43D3-8B79-37D633B846F1}">
                <asvg:svgBlip xmlns:asvg="http://schemas.microsoft.com/office/drawing/2016/SVG/main" r:embed="R997302b975f44a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064001"/>
            <a:ext cx="12191936" cy="2038351"/>
          </a:xfrm>
          <a:prstGeom xmlns:a="http://schemas.openxmlformats.org/drawingml/2006/main" prst="rect">
            <a:avLst/>
          </a:prstGeom>
        </p:spPr>
      </p:pic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73DA855-E276-67E1-824D-85429FA6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38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9" name="Ellipse 8">
            <a:extLst xmlns:a="http://schemas.openxmlformats.org/drawingml/2006/main">
              <a:ext uri="{FF2B5EF4-FFF2-40B4-BE49-F238E27FC236}">
                <a16:creationId xmlns:a16="http://schemas.microsoft.com/office/drawing/2014/main" id="{1183B66F-A0A5-9E65-C532-D5F7B3E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606" y="4738531"/>
            <a:ext cx="198756" cy="198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37"/>
          </a:p>
        </p:txBody>
      </p:sp>
      <p:sp>
        <p:nvSpPr>
          <p:cNvPr id="11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35DC5E20-C8A9-1394-CBFF-E3A3EBCA1EB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96897" y="1508541"/>
            <a:ext cx="4539584" cy="592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sp>
        <p:nvSpPr>
          <p:cNvPr id="14" name="Pladsholder til billede 13">
            <a:extLst xmlns:a="http://schemas.openxmlformats.org/drawingml/2006/main">
              <a:ext uri="{FF2B5EF4-FFF2-40B4-BE49-F238E27FC236}">
                <a16:creationId xmlns:a16="http://schemas.microsoft.com/office/drawing/2014/main" id="{77C61667-5481-70EA-AC05-87A869FC6598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415371" y="1414256"/>
            <a:ext cx="2633320" cy="377686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D5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ladsholder til billede 13">
            <a:extLst xmlns:a="http://schemas.openxmlformats.org/drawingml/2006/main">
              <a:ext uri="{FF2B5EF4-FFF2-40B4-BE49-F238E27FC236}">
                <a16:creationId xmlns:a16="http://schemas.microsoft.com/office/drawing/2014/main" id="{A4C0A6F3-B1E9-3D11-E6A8-96277693F350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793715" y="3215555"/>
            <a:ext cx="953164" cy="172175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CF7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Pladsholder til tekst 9">
            <a:extLst xmlns:a="http://schemas.openxmlformats.org/drawingml/2006/main">
              <a:ext uri="{FF2B5EF4-FFF2-40B4-BE49-F238E27FC236}">
                <a16:creationId xmlns:a16="http://schemas.microsoft.com/office/drawing/2014/main" id="{59B4FCD6-9B08-69EF-76AA-D6DDFB86296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96823" y="2597151"/>
            <a:ext cx="4539584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71446" indent="-171446">
              <a:buSzPct val="60000"/>
              <a:buFontTx/>
              <a:buNone/>
              <a:defRPr>
                <a:latin typeface="+mn-lt"/>
                <a:ea typeface="+mn-lt"/>
                <a:cs typeface="+mn-lt"/>
              </a:defRPr>
            </a:lvl1pPr>
            <a:lvl2pPr marL="457189" indent="-228594">
              <a:buSzPct val="60000"/>
              <a:buFontTx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Insert text</a:t>
            </a:r>
          </a:p>
          <a:p xmlns:a="http://schemas.openxmlformats.org/drawingml/2006/main">
            <a:pPr lvl="1">
              <a:buNone/>
            </a:pPr>
            <a:r>
              <a:t>Insert text 2</a:t>
            </a:r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Relewise time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3A843B39-E01B-4EB7-A94D-66E94E3CD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602f28ddb4b51">
            <a:extLst>
              <a:ext uri="{96DAC541-7B7A-43D3-8B79-37D633B846F1}">
                <asvg:svgBlip xmlns:asvg="http://schemas.microsoft.com/office/drawing/2016/SVG/main" r:embed="R28d6e907014540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064001"/>
            <a:ext cx="12191936" cy="2038351"/>
          </a:xfrm>
          <a:prstGeom xmlns:a="http://schemas.openxmlformats.org/drawingml/2006/main" prst="rect">
            <a:avLst/>
          </a:prstGeom>
        </p:spPr>
      </p:pic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736EB59C-1AB0-43BF-BCC1-0C0DDD1BD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b8fd9ae6f41b0">
            <a:extLst>
              <a:ext uri="{96DAC541-7B7A-43D3-8B79-37D633B846F1}">
                <asvg:svgBlip xmlns:asvg="http://schemas.microsoft.com/office/drawing/2016/SVG/main" r:embed="R99ac7c1f02bc41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4100480-D863-CD67-AA5B-E05790A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899" y="6337300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4DD174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5C39286A-CCAB-7DEE-0289-4229899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38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pic>
        <p:nvPicPr>
          <p:cNvPr id="8" name="Image 2">
            <a:extLst xmlns:a="http://schemas.openxmlformats.org/drawingml/2006/main">
              <a:ext uri="{FF2B5EF4-FFF2-40B4-BE49-F238E27FC236}">
                <a16:creationId xmlns:a16="http://schemas.microsoft.com/office/drawing/2014/main" id="{BAB8360E-9A2A-4D9C-8F54-E803B528F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c0dbdff404e67">
            <a:extLst>
              <a:ext uri="{96DAC541-7B7A-43D3-8B79-37D633B846F1}">
                <asvg:svgBlip xmlns:asvg="http://schemas.microsoft.com/office/drawing/2016/SVG/main" r:embed="Rc6f9448cf24148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110" y="3866437"/>
            <a:ext cx="296628" cy="571451"/>
          </a:xfrm>
          <a:prstGeom xmlns:a="http://schemas.openxmlformats.org/drawingml/2006/main" prst="rect">
            <a:avLst/>
          </a:prstGeom>
        </p:spPr>
      </p:pic>
      <p:pic>
        <p:nvPicPr>
          <p:cNvPr id="9" name="Image 3">
            <a:extLst xmlns:a="http://schemas.openxmlformats.org/drawingml/2006/main">
              <a:ext uri="{FF2B5EF4-FFF2-40B4-BE49-F238E27FC236}">
                <a16:creationId xmlns:a16="http://schemas.microsoft.com/office/drawing/2014/main" id="{B903FD8F-1AD2-4AFF-8077-3ED0171B5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6f7ae54024ba4">
            <a:extLst>
              <a:ext uri="{96DAC541-7B7A-43D3-8B79-37D633B846F1}">
                <asvg:svgBlip xmlns:asvg="http://schemas.microsoft.com/office/drawing/2016/SVG/main" r:embed="R21edf763623c4e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977" y="4032735"/>
            <a:ext cx="11007984" cy="532432"/>
          </a:xfrm>
          <a:prstGeom xmlns:a="http://schemas.openxmlformats.org/drawingml/2006/main" prst="rect">
            <a:avLst/>
          </a:prstGeom>
        </p:spPr>
      </p:pic>
      <p:sp>
        <p:nvSpPr>
          <p:cNvPr id="10" name="Shape 3">
            <a:extLst xmlns:a="http://schemas.openxmlformats.org/drawingml/2006/main">
              <a:ext uri="{FF2B5EF4-FFF2-40B4-BE49-F238E27FC236}">
                <a16:creationId xmlns:a16="http://schemas.microsoft.com/office/drawing/2014/main" id="{9F1F49BA-FDAA-CBCC-BA6E-1B95C214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98" y="3873500"/>
            <a:ext cx="361948" cy="361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11" name="Shape 4">
            <a:extLst xmlns:a="http://schemas.openxmlformats.org/drawingml/2006/main">
              <a:ext uri="{FF2B5EF4-FFF2-40B4-BE49-F238E27FC236}">
                <a16:creationId xmlns:a16="http://schemas.microsoft.com/office/drawing/2014/main" id="{3AD9B441-19E4-2396-2997-16FFC8F8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40" y="2749549"/>
            <a:ext cx="1289043" cy="1289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12" name="Shape 5">
            <a:extLst xmlns:a="http://schemas.openxmlformats.org/drawingml/2006/main">
              <a:ext uri="{FF2B5EF4-FFF2-40B4-BE49-F238E27FC236}">
                <a16:creationId xmlns:a16="http://schemas.microsoft.com/office/drawing/2014/main" id="{5582D3C1-0470-B4B8-966A-BC7D308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79" y="2806700"/>
            <a:ext cx="1289043" cy="1289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13" name="Shape 6">
            <a:extLst xmlns:a="http://schemas.openxmlformats.org/drawingml/2006/main">
              <a:ext uri="{FF2B5EF4-FFF2-40B4-BE49-F238E27FC236}">
                <a16:creationId xmlns:a16="http://schemas.microsoft.com/office/drawing/2014/main" id="{A083DA2A-17B5-7C06-9280-6B7809BD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765" y="2457449"/>
            <a:ext cx="1289043" cy="1289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14" name="Shape 7">
            <a:extLst xmlns:a="http://schemas.openxmlformats.org/drawingml/2006/main">
              <a:ext uri="{FF2B5EF4-FFF2-40B4-BE49-F238E27FC236}">
                <a16:creationId xmlns:a16="http://schemas.microsoft.com/office/drawing/2014/main" id="{51457A2F-0D62-1556-652B-5D92355C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553" y="2463800"/>
            <a:ext cx="1289043" cy="1289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349266F6-BF3C-51C1-872C-DE562BF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91" y="4356101"/>
            <a:ext cx="361948" cy="361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93B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pic>
        <p:nvPicPr>
          <p:cNvPr id="16" name="Image 4">
            <a:extLst xmlns:a="http://schemas.openxmlformats.org/drawingml/2006/main">
              <a:ext uri="{FF2B5EF4-FFF2-40B4-BE49-F238E27FC236}">
                <a16:creationId xmlns:a16="http://schemas.microsoft.com/office/drawing/2014/main" id="{9391F3F9-F970-4AAA-BD2D-993F9E8513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2e50d72b640ca">
            <a:extLst>
              <a:ext uri="{96DAC541-7B7A-43D3-8B79-37D633B846F1}">
                <asvg:svgBlip xmlns:asvg="http://schemas.microsoft.com/office/drawing/2016/SVG/main" r:embed="Rcabc961d253d49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1941" y="3978276"/>
            <a:ext cx="335520" cy="420656"/>
          </a:xfrm>
          <a:prstGeom xmlns:a="http://schemas.openxmlformats.org/drawingml/2006/main" prst="rect">
            <a:avLst/>
          </a:prstGeom>
        </p:spPr>
      </p:pic>
      <p:pic>
        <p:nvPicPr>
          <p:cNvPr id="17" name="Image 5">
            <a:extLst xmlns:a="http://schemas.openxmlformats.org/drawingml/2006/main">
              <a:ext uri="{FF2B5EF4-FFF2-40B4-BE49-F238E27FC236}">
                <a16:creationId xmlns:a16="http://schemas.microsoft.com/office/drawing/2014/main" id="{7BD96CFE-6619-4B80-8187-421099B26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dd32ec1914b2f">
            <a:extLst>
              <a:ext uri="{96DAC541-7B7A-43D3-8B79-37D633B846F1}">
                <asvg:svgBlip xmlns:asvg="http://schemas.microsoft.com/office/drawing/2016/SVG/main" r:embed="R34034595beaf4f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7393" y="3605939"/>
            <a:ext cx="232216" cy="565063"/>
          </a:xfrm>
          <a:prstGeom xmlns:a="http://schemas.openxmlformats.org/drawingml/2006/main" prst="rect">
            <a:avLst/>
          </a:prstGeom>
        </p:spPr>
      </p:pic>
      <p:pic>
        <p:nvPicPr>
          <p:cNvPr id="18" name="Image 6">
            <a:extLst xmlns:a="http://schemas.openxmlformats.org/drawingml/2006/main">
              <a:ext uri="{FF2B5EF4-FFF2-40B4-BE49-F238E27FC236}">
                <a16:creationId xmlns:a16="http://schemas.microsoft.com/office/drawing/2014/main" id="{11AB0F20-F0F2-416A-B3EA-C88EF2D36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7f4af1da14421">
            <a:extLst>
              <a:ext uri="{96DAC541-7B7A-43D3-8B79-37D633B846F1}">
                <asvg:svgBlip xmlns:asvg="http://schemas.microsoft.com/office/drawing/2016/SVG/main" r:embed="R444e58769f9a4d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849" y="3544746"/>
            <a:ext cx="76200" cy="655513"/>
          </a:xfrm>
          <a:prstGeom xmlns:a="http://schemas.openxmlformats.org/drawingml/2006/main" prst="rect">
            <a:avLst/>
          </a:prstGeom>
        </p:spPr>
      </p:pic>
      <p:sp>
        <p:nvSpPr>
          <p:cNvPr id="27" name="Pladsholder til tekst 15">
            <a:extLst xmlns:a="http://schemas.openxmlformats.org/drawingml/2006/main">
              <a:ext uri="{FF2B5EF4-FFF2-40B4-BE49-F238E27FC236}">
                <a16:creationId xmlns:a16="http://schemas.microsoft.com/office/drawing/2014/main" id="{3D035EA6-7CAA-DF27-2FC0-6CAD8A11B8C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0072" y="1507729"/>
            <a:ext cx="3053877" cy="4976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33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sp>
        <p:nvSpPr>
          <p:cNvPr id="29" name="Pladsholder til tekst 28">
            <a:extLst xmlns:a="http://schemas.openxmlformats.org/drawingml/2006/main">
              <a:ext uri="{FF2B5EF4-FFF2-40B4-BE49-F238E27FC236}">
                <a16:creationId xmlns:a16="http://schemas.microsoft.com/office/drawing/2014/main" id="{CF1239D0-1332-000E-6774-8FE161E2F90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50383" y="2873375"/>
            <a:ext cx="2214157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Punkt</a:t>
            </a:r>
            <a:r>
              <a:t> 1</a:t>
            </a:r>
            <a:endParaRPr/>
          </a:p>
        </p:txBody>
      </p:sp>
      <p:sp>
        <p:nvSpPr>
          <p:cNvPr id="31" name="Pladsholder til tekst 30">
            <a:extLst xmlns:a="http://schemas.openxmlformats.org/drawingml/2006/main">
              <a:ext uri="{FF2B5EF4-FFF2-40B4-BE49-F238E27FC236}">
                <a16:creationId xmlns:a16="http://schemas.microsoft.com/office/drawing/2014/main" id="{19498DD8-5462-DA1F-FB0C-2C3D3CB985F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84054" y="3544889"/>
            <a:ext cx="1946815" cy="488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Subtext</a:t>
            </a:r>
            <a:endParaRPr/>
          </a:p>
        </p:txBody>
      </p:sp>
      <p:sp>
        <p:nvSpPr>
          <p:cNvPr id="32" name="Pladsholder til tekst 28">
            <a:extLst xmlns:a="http://schemas.openxmlformats.org/drawingml/2006/main">
              <a:ext uri="{FF2B5EF4-FFF2-40B4-BE49-F238E27FC236}">
                <a16:creationId xmlns:a16="http://schemas.microsoft.com/office/drawing/2014/main" id="{0787637A-78ED-6C05-DF1A-E714A91DF5A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99468" y="2978387"/>
            <a:ext cx="2214157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Punkt</a:t>
            </a:r>
            <a:r>
              <a:t> 2</a:t>
            </a:r>
            <a:endParaRPr/>
          </a:p>
        </p:txBody>
      </p:sp>
      <p:sp>
        <p:nvSpPr>
          <p:cNvPr id="33" name="Pladsholder til tekst 30">
            <a:extLst xmlns:a="http://schemas.openxmlformats.org/drawingml/2006/main">
              <a:ext uri="{FF2B5EF4-FFF2-40B4-BE49-F238E27FC236}">
                <a16:creationId xmlns:a16="http://schemas.microsoft.com/office/drawing/2014/main" id="{C63C012E-3137-64AD-53AB-AA2B7903F98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033141" y="3649899"/>
            <a:ext cx="1946815" cy="488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Subtext</a:t>
            </a:r>
            <a:endParaRPr/>
          </a:p>
        </p:txBody>
      </p:sp>
      <p:sp>
        <p:nvSpPr>
          <p:cNvPr id="34" name="Pladsholder til tekst 28">
            <a:extLst xmlns:a="http://schemas.openxmlformats.org/drawingml/2006/main">
              <a:ext uri="{FF2B5EF4-FFF2-40B4-BE49-F238E27FC236}">
                <a16:creationId xmlns:a16="http://schemas.microsoft.com/office/drawing/2014/main" id="{0968F171-0B8A-95F5-1EA9-2F4DCC76816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371072" y="2578100"/>
            <a:ext cx="2214157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Punkt</a:t>
            </a:r>
            <a:r>
              <a:t> 3</a:t>
            </a:r>
            <a:endParaRPr/>
          </a:p>
        </p:txBody>
      </p:sp>
      <p:sp>
        <p:nvSpPr>
          <p:cNvPr id="35" name="Pladsholder til tekst 30">
            <a:extLst xmlns:a="http://schemas.openxmlformats.org/drawingml/2006/main">
              <a:ext uri="{FF2B5EF4-FFF2-40B4-BE49-F238E27FC236}">
                <a16:creationId xmlns:a16="http://schemas.microsoft.com/office/drawing/2014/main" id="{2E5EEFA7-DAE5-61BA-1E1B-2FC9C2E3DE8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504743" y="3249613"/>
            <a:ext cx="1946815" cy="488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Subtext</a:t>
            </a:r>
            <a:endParaRPr/>
          </a:p>
        </p:txBody>
      </p:sp>
      <p:sp>
        <p:nvSpPr>
          <p:cNvPr id="36" name="Pladsholder til tekst 28">
            <a:extLst xmlns:a="http://schemas.openxmlformats.org/drawingml/2006/main">
              <a:ext uri="{FF2B5EF4-FFF2-40B4-BE49-F238E27FC236}">
                <a16:creationId xmlns:a16="http://schemas.microsoft.com/office/drawing/2014/main" id="{D8C332F7-AA4A-648D-5599-C5474612B5E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8695590" y="2596667"/>
            <a:ext cx="2214157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Punkt</a:t>
            </a:r>
            <a:r>
              <a:t> 4</a:t>
            </a:r>
            <a:endParaRPr/>
          </a:p>
        </p:txBody>
      </p:sp>
      <p:sp>
        <p:nvSpPr>
          <p:cNvPr id="37" name="Pladsholder til tekst 30">
            <a:extLst xmlns:a="http://schemas.openxmlformats.org/drawingml/2006/main">
              <a:ext uri="{FF2B5EF4-FFF2-40B4-BE49-F238E27FC236}">
                <a16:creationId xmlns:a16="http://schemas.microsoft.com/office/drawing/2014/main" id="{670A9A2E-8ADA-9A39-B207-DB5DA7E330A3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8829261" y="3268179"/>
            <a:ext cx="1946815" cy="488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Subtext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Dobbelt bulletlis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41B71D98-4E9B-4D56-8162-958355A25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bbad98fcb4f04">
            <a:extLst>
              <a:ext uri="{96DAC541-7B7A-43D3-8B79-37D633B846F1}">
                <asvg:svgBlip xmlns:asvg="http://schemas.microsoft.com/office/drawing/2016/SVG/main" r:embed="R6303697c84cd42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064001"/>
            <a:ext cx="12191936" cy="2038351"/>
          </a:xfrm>
          <a:prstGeom xmlns:a="http://schemas.openxmlformats.org/drawingml/2006/main" prst="rect">
            <a:avLst/>
          </a:prstGeom>
        </p:spPr>
      </p:pic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84C069C1-2782-4F24-BDA5-0F46388D3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a998f367a448e">
            <a:extLst>
              <a:ext uri="{96DAC541-7B7A-43D3-8B79-37D633B846F1}">
                <asvg:svgBlip xmlns:asvg="http://schemas.microsoft.com/office/drawing/2016/SVG/main" r:embed="R9cbdbcdf3ee74d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4100480-D863-CD67-AA5B-E05790A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899" y="6337300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E0D5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>
              <a:highlight>
                <a:srgbClr val="E0D5D5"/>
              </a:highlight>
            </a:endParaRP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5C39286A-CCAB-7DEE-0289-4229899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38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2" name="Pladsholder til tekst 9">
            <a:extLst xmlns:a="http://schemas.openxmlformats.org/drawingml/2006/main">
              <a:ext uri="{FF2B5EF4-FFF2-40B4-BE49-F238E27FC236}">
                <a16:creationId xmlns:a16="http://schemas.microsoft.com/office/drawing/2014/main" id="{704DC1E8-F8B6-B250-758E-4835E603805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96823" y="2976993"/>
            <a:ext cx="4539584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71446" indent="-171446">
              <a:buSzPct val="60000"/>
              <a:buFontTx/>
              <a:buNone/>
              <a:defRPr sz="1600">
                <a:latin typeface="Italian Plate No2 Expanded"/>
                <a:ea typeface="Italian Plate No2 Expanded"/>
                <a:cs typeface="Italian Plate No2 Expanded"/>
              </a:defRPr>
            </a:lvl1pPr>
            <a:lvl2pPr marL="457189" indent="-228594">
              <a:buSzPct val="60000"/>
              <a:buFontTx/>
              <a:buNone/>
              <a:defRPr sz="1400">
                <a:latin typeface="Italian Plate No2 Expanded"/>
                <a:ea typeface="Italian Plate No2 Expanded"/>
                <a:cs typeface="Italian Plate No2 Expanded"/>
              </a:defRPr>
            </a:lvl2pPr>
          </a:lstStyle>
          <a:p xmlns:a="http://schemas.openxmlformats.org/drawingml/2006/main">
            <a:pPr lvl="0">
              <a:buNone/>
            </a:pPr>
            <a:r>
              <a:t>Insert text</a:t>
            </a:r>
          </a:p>
          <a:p xmlns:a="http://schemas.openxmlformats.org/drawingml/2006/main">
            <a:pPr lvl="1">
              <a:buNone/>
            </a:pPr>
            <a:r>
              <a:t>Insert text 2</a:t>
            </a:r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5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3760CC02-4378-AA16-907B-FFD826AAF57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96897" y="1508541"/>
            <a:ext cx="4539584" cy="592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sp>
        <p:nvSpPr>
          <p:cNvPr id="19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12E86D0C-1CD8-6E31-4B07-B6D447F77D8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96823" y="2235488"/>
            <a:ext cx="4539584" cy="4745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53CF78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Subheadline</a:t>
            </a:r>
            <a:endParaRPr/>
          </a:p>
        </p:txBody>
      </p:sp>
      <p:sp>
        <p:nvSpPr>
          <p:cNvPr id="20" name="Pladsholder til tekst 9">
            <a:extLst xmlns:a="http://schemas.openxmlformats.org/drawingml/2006/main">
              <a:ext uri="{FF2B5EF4-FFF2-40B4-BE49-F238E27FC236}">
                <a16:creationId xmlns:a16="http://schemas.microsoft.com/office/drawing/2014/main" id="{BAAD97FB-D5ED-CD36-7EA6-0AA321F4567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7055593" y="2976993"/>
            <a:ext cx="4539584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71446" indent="-171446">
              <a:buSzPct val="60000"/>
              <a:buFontTx/>
              <a:buNone/>
              <a:defRPr sz="1600">
                <a:latin typeface="Italian Plate No2 Expanded"/>
                <a:ea typeface="Italian Plate No2 Expanded"/>
                <a:cs typeface="Italian Plate No2 Expanded"/>
              </a:defRPr>
            </a:lvl1pPr>
            <a:lvl2pPr marL="457189" indent="-228594">
              <a:buSzPct val="60000"/>
              <a:buFontTx/>
              <a:buNone/>
              <a:defRPr sz="1400">
                <a:latin typeface="Italian Plate No2 Expanded"/>
                <a:ea typeface="Italian Plate No2 Expanded"/>
                <a:cs typeface="Italian Plate No2 Expanded"/>
              </a:defRPr>
            </a:lvl2pPr>
          </a:lstStyle>
          <a:p xmlns:a="http://schemas.openxmlformats.org/drawingml/2006/main">
            <a:pPr lvl="0">
              <a:buNone/>
            </a:pPr>
            <a:r>
              <a:t>Insert text</a:t>
            </a:r>
          </a:p>
          <a:p xmlns:a="http://schemas.openxmlformats.org/drawingml/2006/main">
            <a:pPr lvl="1">
              <a:buNone/>
            </a:pPr>
            <a:r>
              <a:t>Insert text 2</a:t>
            </a:r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1" name="Pladsholder til tekst 7">
            <a:extLst xmlns:a="http://schemas.openxmlformats.org/drawingml/2006/main">
              <a:ext uri="{FF2B5EF4-FFF2-40B4-BE49-F238E27FC236}">
                <a16:creationId xmlns:a16="http://schemas.microsoft.com/office/drawing/2014/main" id="{CD277CE6-8F70-3653-94B7-24018C5BEA4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055593" y="2235488"/>
            <a:ext cx="4539584" cy="4745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rgbClr val="53CF78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Subheadline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Big picture and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52C64F19-1D6F-4096-80A9-CCE32199E5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e882026b84539">
            <a:extLst>
              <a:ext uri="{96DAC541-7B7A-43D3-8B79-37D633B846F1}">
                <asvg:svgBlip xmlns:asvg="http://schemas.microsoft.com/office/drawing/2016/SVG/main" r:embed="R4d0820cd404241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597F0796-19EF-0298-B600-486A90A3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38" y="-171451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C0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7" name="Pladsholder til tekst 15">
            <a:extLst xmlns:a="http://schemas.openxmlformats.org/drawingml/2006/main">
              <a:ext uri="{FF2B5EF4-FFF2-40B4-BE49-F238E27FC236}">
                <a16:creationId xmlns:a16="http://schemas.microsoft.com/office/drawing/2014/main" id="{DFC0CA79-297C-1D7A-825D-2B3E346D8F8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96898" y="1076193"/>
            <a:ext cx="3053877" cy="4976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33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sp>
        <p:nvSpPr>
          <p:cNvPr id="9" name="Pladsholder til billede 8">
            <a:extLst xmlns:a="http://schemas.openxmlformats.org/drawingml/2006/main">
              <a:ext uri="{FF2B5EF4-FFF2-40B4-BE49-F238E27FC236}">
                <a16:creationId xmlns:a16="http://schemas.microsoft.com/office/drawing/2014/main" id="{BBE3FE64-4580-B030-D26F-C38A15EAE9DF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96822" y="1790700"/>
            <a:ext cx="10998356" cy="47244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chemeClr val="bg1">
              <a:lumMod val="90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Video and bulletlis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5B750BC2-7D50-4B44-ABB4-339BFC914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19ba9970240f9">
            <a:extLst>
              <a:ext uri="{96DAC541-7B7A-43D3-8B79-37D633B846F1}">
                <asvg:svgBlip xmlns:asvg="http://schemas.microsoft.com/office/drawing/2016/SVG/main" r:embed="R879bd3a0965f442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896" y="342900"/>
            <a:ext cx="1110395" cy="203200"/>
          </a:xfrm>
          <a:prstGeom xmlns:a="http://schemas.openxmlformats.org/drawingml/2006/main" prst="rect">
            <a:avLst/>
          </a:prstGeom>
        </p:spPr>
      </p:pic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B8CDFA09-8368-03D6-F8B2-1C9376DA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899" y="6337300"/>
            <a:ext cx="380997" cy="762000"/>
          </a:xfrm>
          <a:prstGeom xmlns:a="http://schemas.openxmlformats.org/drawingml/2006/main" prst="roundRect">
            <a:avLst>
              <a:gd name="adj" fmla="val 99588"/>
            </a:avLst>
          </a:prstGeom>
          <a:solidFill xmlns:a="http://schemas.openxmlformats.org/drawingml/2006/main">
            <a:srgbClr val="FFBDD7">
              <a:alpha val="10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37"/>
          </a:p>
        </p:txBody>
      </p:sp>
      <p:sp>
        <p:nvSpPr>
          <p:cNvPr id="9" name="Pladsholder til medieklip 8">
            <a:extLst xmlns:a="http://schemas.openxmlformats.org/drawingml/2006/main">
              <a:ext uri="{FF2B5EF4-FFF2-40B4-BE49-F238E27FC236}">
                <a16:creationId xmlns:a16="http://schemas.microsoft.com/office/drawing/2014/main" id="{2B84353C-B575-0CF4-C99C-C52A1E27E631}"/>
              </a:ext>
            </a:extLst>
          </p:cNvPr>
          <p:cNvSpPr>
            <a:spLocks xmlns:a="http://schemas.openxmlformats.org/drawingml/2006/main" noGrp="1"/>
          </p:cNvSpPr>
          <p:nvPr>
            <p:ph type="media" idx="10"/>
          </p:nvPr>
        </p:nvSpPr>
        <p:spPr>
          <a:xfrm xmlns:a="http://schemas.openxmlformats.org/drawingml/2006/main">
            <a:off x="6096001" y="1718733"/>
            <a:ext cx="5419020" cy="3810000"/>
          </a:xfrm>
          <a:prstGeom xmlns:a="http://schemas.openxmlformats.org/drawingml/2006/main" prst="roundRect">
            <a:avLst>
              <a:gd name="adj" fmla="val 2018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effectLst xmlns:a="http://schemas.openxmlformats.org/drawingml/2006/main">
            <a:outerShdw blurRad="431800" dist="50800" dir="5400000" algn="ctr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Pladsholder til tekst 15">
            <a:extLst xmlns:a="http://schemas.openxmlformats.org/drawingml/2006/main">
              <a:ext uri="{FF2B5EF4-FFF2-40B4-BE49-F238E27FC236}">
                <a16:creationId xmlns:a16="http://schemas.microsoft.com/office/drawing/2014/main" id="{60DF5441-D0EB-6F52-6F35-547FA02F8E9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96898" y="1718734"/>
            <a:ext cx="3053877" cy="4976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3300" b="1">
                <a:solidFill>
                  <a:srgbClr val="3764E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Headline</a:t>
            </a:r>
            <a:endParaRPr/>
          </a:p>
        </p:txBody>
      </p:sp>
      <p:sp>
        <p:nvSpPr>
          <p:cNvPr id="2" name="Pladsholder til tekst 9">
            <a:extLst xmlns:a="http://schemas.openxmlformats.org/drawingml/2006/main">
              <a:ext uri="{FF2B5EF4-FFF2-40B4-BE49-F238E27FC236}">
                <a16:creationId xmlns:a16="http://schemas.microsoft.com/office/drawing/2014/main" id="{14051838-3408-C080-7EBC-9253C5BF5DD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96823" y="2597151"/>
            <a:ext cx="4539584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71446" indent="-171446">
              <a:buSzPct val="60000"/>
              <a:buFontTx/>
              <a:buNone/>
              <a:defRPr>
                <a:latin typeface="+mn-lt"/>
                <a:ea typeface="+mn-lt"/>
                <a:cs typeface="+mn-lt"/>
              </a:defRPr>
            </a:lvl1pPr>
            <a:lvl2pPr marL="457189" indent="-228594">
              <a:buSzPct val="60000"/>
              <a:buFontTx/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Insert text</a:t>
            </a:r>
          </a:p>
          <a:p xmlns:a="http://schemas.openxmlformats.org/drawingml/2006/main">
            <a:pPr lvl="1">
              <a:buNone/>
            </a:pPr>
            <a:r>
              <a:t>Insert text 2</a:t>
            </a:r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ebb790360453f" /><Relationship Type="http://schemas.openxmlformats.org/officeDocument/2006/relationships/slideLayout" Target="/ppt/slideLayouts/slideLayout1.xml" Id="R7d775948776b4232" /><Relationship Type="http://schemas.openxmlformats.org/officeDocument/2006/relationships/slideLayout" Target="/ppt/slideLayouts/slideLayout2.xml" Id="Re39406b285c14b48" /><Relationship Type="http://schemas.openxmlformats.org/officeDocument/2006/relationships/slideLayout" Target="/ppt/slideLayouts/slideLayout3.xml" Id="Rca1d257addcf44ee" /><Relationship Type="http://schemas.openxmlformats.org/officeDocument/2006/relationships/slideLayout" Target="/ppt/slideLayouts/slideLayout4.xml" Id="R416aa96dcf5d407a" /><Relationship Type="http://schemas.openxmlformats.org/officeDocument/2006/relationships/slideLayout" Target="/ppt/slideLayouts/slideLayout5.xml" Id="R44f467c07ef942cc" /><Relationship Type="http://schemas.openxmlformats.org/officeDocument/2006/relationships/slideLayout" Target="/ppt/slideLayouts/slideLayout6.xml" Id="Ra0b70d1133094982" /><Relationship Type="http://schemas.openxmlformats.org/officeDocument/2006/relationships/slideLayout" Target="/ppt/slideLayouts/slideLayout7.xml" Id="R76bfa8a50c0147f9" /><Relationship Type="http://schemas.openxmlformats.org/officeDocument/2006/relationships/slideLayout" Target="/ppt/slideLayouts/slideLayout8.xml" Id="R02a580921eaa4e46" /><Relationship Type="http://schemas.openxmlformats.org/officeDocument/2006/relationships/slideLayout" Target="/ppt/slideLayouts/slideLayout9.xml" Id="Re6bb30e72ffc4414" /><Relationship Type="http://schemas.openxmlformats.org/officeDocument/2006/relationships/slideLayout" Target="/ppt/slideLayouts/slideLayout10.xml" Id="Re2b1dd3ed17b4628" /><Relationship Type="http://schemas.openxmlformats.org/officeDocument/2006/relationships/slideLayout" Target="/ppt/slideLayouts/slideLayout11.xml" Id="R38fe1e081c3e47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775948776b4232"/>
    <p:sldLayoutId xmlns:r="http://schemas.openxmlformats.org/officeDocument/2006/relationships" id="2147483650" r:id="Re39406b285c14b48"/>
    <p:sldLayoutId xmlns:r="http://schemas.openxmlformats.org/officeDocument/2006/relationships" id="2147483651" r:id="Rca1d257addcf44ee"/>
    <p:sldLayoutId xmlns:r="http://schemas.openxmlformats.org/officeDocument/2006/relationships" id="2147483652" r:id="R416aa96dcf5d407a"/>
    <p:sldLayoutId xmlns:r="http://schemas.openxmlformats.org/officeDocument/2006/relationships" id="2147483653" r:id="R44f467c07ef942cc"/>
    <p:sldLayoutId xmlns:r="http://schemas.openxmlformats.org/officeDocument/2006/relationships" id="2147483654" r:id="Ra0b70d1133094982"/>
    <p:sldLayoutId xmlns:r="http://schemas.openxmlformats.org/officeDocument/2006/relationships" id="2147483655" r:id="R76bfa8a50c0147f9"/>
    <p:sldLayoutId xmlns:r="http://schemas.openxmlformats.org/officeDocument/2006/relationships" id="2147483656" r:id="R02a580921eaa4e46"/>
    <p:sldLayoutId xmlns:r="http://schemas.openxmlformats.org/officeDocument/2006/relationships" id="2147483657" r:id="Re6bb30e72ffc4414"/>
    <p:sldLayoutId xmlns:r="http://schemas.openxmlformats.org/officeDocument/2006/relationships" id="2147483658" r:id="Re2b1dd3ed17b4628"/>
    <p:sldLayoutId xmlns:r="http://schemas.openxmlformats.org/officeDocument/2006/relationships" id="2147483659" r:id="R38fe1e081c3e473a"/>
  </p:sldLayoutIdLst>
  <p:hf sldNum="0" hdr="0" ftr="0" dt="0"/>
  <p:txStyles>
    <p:titleStyle>
      <a:lvl1pPr xmlns:a="http://schemas.openxmlformats.org/drawingml/2006/main" algn="ctr" defTabSz="457189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46" indent="-171446" algn="l" defTabSz="457189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71465" indent="-142871" algn="l" defTabSz="457189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1486" indent="-114297" algn="l" defTabSz="457189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00080" indent="-114297" algn="l" defTabSz="457189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674" indent="-114297" algn="l" defTabSz="457189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57269" indent="-114297" algn="l" defTabSz="457189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485863" indent="-114297" algn="l" defTabSz="457189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714457" indent="-114297" algn="l" defTabSz="457189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943051" indent="-114297" algn="l" defTabSz="457189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28594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57189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85783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14377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142971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71566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600160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828754" algn="l" defTabSz="457189">
        <a:buNone/>
        <a:defRPr sz="9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Relewise tema 5">
  <a:themeElements>
    <a:clrScheme name="Brugerdefineret 1">
      <a:dk1>
        <a:srgbClr val="292929"/>
      </a:dk1>
      <a:lt1>
        <a:srgbClr val="E6EFFA"/>
      </a:lt1>
      <a:dk2>
        <a:srgbClr val="3764E4"/>
      </a:dk2>
      <a:lt2>
        <a:srgbClr val="53CF78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rugerdefineret 2">
      <a:majorFont>
        <a:latin typeface="Italian Plate No2 Expanded Bold"/>
        <a:ea typeface=""/>
        <a:cs typeface=""/>
      </a:majorFont>
      <a:minorFont>
        <a:latin typeface="Italian Plate No2 Expanded"/>
        <a:ea typeface=""/>
        <a:cs typeface=""/>
      </a:minorFont>
    </a:fontScheme>
    <a:fmtScheme name="Brugerdefinere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5aa8c602644211" /><Relationship Type="http://schemas.openxmlformats.org/officeDocument/2006/relationships/notesSlide" Target="/ppt/notesSlides/notesSlide1.xml" Id="R76ecf0cf8d0746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7" name="Google Shape;472;p42">
            <a:extLst xmlns:a="http://schemas.openxmlformats.org/drawingml/2006/main">
              <a:ext uri="{FF2B5EF4-FFF2-40B4-BE49-F238E27FC236}">
                <a16:creationId xmlns:a16="http://schemas.microsoft.com/office/drawing/2014/main" id="{B82DB62D-5993-4A7E-BB95-E0F3892F1E3E}"/>
              </a:ext>
            </a:extLst>
          </p:cNvPr>
          <p:cNvGraphicFramePr/>
          <p:nvPr/>
        </p:nvGraphicFramePr>
        <p:xfrm>
          <a:off xmlns:a="http://schemas.openxmlformats.org/drawingml/2006/main" x="615948" y="1222328"/>
          <a:ext xmlns:a="http://schemas.openxmlformats.org/drawingml/2006/main" cx="11218089" cy="5423022"/>
        </p:xfrm>
        <a:graphic xmlns:a="http://schemas.openxmlformats.org/drawingml/2006/main"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541654"/>
                <a:gridCol w="9676435"/>
              </a:tblGrid>
              <a:tr h="113228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 i="0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Goal</a:t>
                      </a:r>
                    </a:p>
                  </a:txBody>
                  <a:tcPr marL="121884" marR="121884" marT="121884" marB="121884">
                    <a:lnT w="12700" cmpd="sng">
                      <a:solidFill>
                        <a:srgbClr val="3764E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 i="0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Help B2B buyers find the right parts and keep daily optimization in your hands.</a:t>
                      </a:r>
                    </a:p>
                  </a:txBody>
                  <a:tcPr marL="121884" marR="121884" marT="121884" marB="121884">
                    <a:lnT w="12700" cmpd="sng">
                      <a:solidFill>
                        <a:srgbClr val="3764E4"/>
                      </a:solidFill>
                      <a:prstDash val="solid"/>
                    </a:lnT>
                  </a:tcPr>
                </a:tc>
              </a:tr>
              <a:tr h="119188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Current</a:t>
                      </a:r>
                      <a:endParaRPr sz="1600" b="0" i="0">
                        <a:solidFill>
                          <a:schemeClr val="dk1"/>
                        </a:solidFill>
                        <a:latin typeface="Italian Plate No2 Expanded"/>
                        <a:ea typeface="Italian Plate No2 Expanded"/>
                        <a:cs typeface="Italian Plate No2 Expanded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state</a:t>
                      </a:r>
                      <a:endParaRPr sz="1600" b="0" i="0">
                        <a:solidFill>
                          <a:schemeClr val="dk1"/>
                        </a:solidFill>
                        <a:latin typeface="Italian Plate No2 Expanded"/>
                        <a:ea typeface="Italian Plate No2 Expanded"/>
                        <a:cs typeface="Italian Plate No2 Expanded"/>
                      </a:endParaRPr>
                    </a:p>
                  </a:txBody>
                  <a:tcPr marL="121884" marR="121884" marT="121884" marB="121884"/>
                </a:tc>
                <a:tc>
                  <a:txBody>
                    <a:bodyPr/>
                    <a:lstStyle/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Complex server and component relationships</a:t>
                      </a:r>
                    </a:p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Part numbers matter in repeat purchasing</a:t>
                      </a:r>
                    </a:p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Implementation effort and daily control need proof</a:t>
                      </a:r>
                    </a:p>
                  </a:txBody>
                  <a:tcPr marL="121884" marR="121884" marT="121884" marB="121884"/>
                </a:tc>
              </a:tr>
              <a:tr h="119188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Needs</a:t>
                      </a:r>
                      <a:endParaRPr sz="1600" b="0" i="0">
                        <a:solidFill>
                          <a:schemeClr val="dk1"/>
                        </a:solidFill>
                        <a:latin typeface="Italian Plate No2 Expanded"/>
                        <a:ea typeface="Italian Plate No2 Expanded"/>
                        <a:cs typeface="Italian Plate No2 Expanded"/>
                      </a:endParaRPr>
                    </a:p>
                  </a:txBody>
                  <a:tcPr marL="121884" marR="121884" marT="121884" marB="121884"/>
                </a:tc>
                <a:tc>
                  <a:txBody>
                    <a:bodyPr/>
                    <a:lstStyle/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Accurate part and model search</a:t>
                      </a:r>
                    </a:p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Recommendations using supplied relationships</a:t>
                      </a:r>
                    </a:p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Self-service merchandising after integration</a:t>
                      </a:r>
                    </a:p>
                  </a:txBody>
                  <a:tcPr marL="121884" marR="121884" marT="121884" marB="121884"/>
                </a:tc>
              </a:tr>
              <a:tr h="119188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Value</a:t>
                      </a:r>
                      <a:endParaRPr sz="1600" b="0" i="0">
                        <a:solidFill>
                          <a:schemeClr val="dk1"/>
                        </a:solidFill>
                        <a:latin typeface="Italian Plate No2 Expanded"/>
                        <a:ea typeface="Italian Plate No2 Expanded"/>
                        <a:cs typeface="Italian Plate No2 Expanded"/>
                      </a:endParaRPr>
                    </a:p>
                  </a:txBody>
                  <a:tcPr marL="121884" marR="121884" marT="121884" marB="121884"/>
                </a:tc>
                <a:tc>
                  <a:txBody>
                    <a:bodyPr/>
                    <a:lstStyle/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Easier purchasing for repeat buyers</a:t>
                      </a:r>
                    </a:p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Less manual effort in product discovery</a:t>
                      </a:r>
                    </a:p>
                    <a:p>
                      <a:pPr marL="285750" lvl="0" indent="-2857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sz="1600" b="0" i="0">
                          <a:solidFill>
                            <a:schemeClr val="dk1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More control over everyday changes</a:t>
                      </a:r>
                    </a:p>
                  </a:txBody>
                  <a:tcPr marL="121884" marR="121884" marT="121884" marB="121884"/>
                </a:tc>
              </a:tr>
              <a:tr h="7151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i="0">
                          <a:solidFill>
                            <a:srgbClr val="3764E4"/>
                          </a:solidFill>
                          <a:latin typeface="Italian Plate No2 Expanded"/>
                          <a:ea typeface="Italian Plate No2 Expanded"/>
                          <a:cs typeface="Italian Plate No2 Expanded"/>
                        </a:rPr>
                        <a:t>Deadline</a:t>
                      </a:r>
                      <a:endParaRPr sz="1600" b="0" i="0">
                        <a:solidFill>
                          <a:schemeClr val="dk1"/>
                        </a:solidFill>
                        <a:latin typeface="Italian Plate No2 Expanded"/>
                        <a:ea typeface="Italian Plate No2 Expanded"/>
                        <a:cs typeface="Italian Plate No2 Expanded"/>
                      </a:endParaRPr>
                    </a:p>
                  </a:txBody>
                  <a:tcPr marL="121884" marR="121884" marT="121884" marB="121884"/>
                </a:tc>
                <a:tc>
                  <a:txBody>
                    <a:bodyPr/>
                    <a:lstStyle/>
                    <a:p>
                      <a:r>
                        <a:rPr sz="1600"/>
                        <a:t>Technical evaluation: 9 November 2026. Outcome deadline to confirm.</a:t>
                      </a:r>
                    </a:p>
                  </a:txBody>
                  <a:tcPr marL="121884" marR="121884" marT="121884" marB="121884"/>
                </a:tc>
              </a:tr>
            </a:tbl>
          </a:graphicData>
        </a:graphic>
      </p:graphicFrame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50395DAB-5B9F-BA31-07C0-0EF8464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47" y="663111"/>
            <a:ext cx="5359551" cy="4148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3764E4">
                    <a:alpha val="100000"/>
                  </a:srgbClr>
                </a:solidFill>
                <a:latin typeface="Italian Plate No2 Expanded Bold"/>
                <a:ea typeface="Italian Plate No2 Expanded Bold"/>
                <a:cs typeface="Italian Plate No2 Expanded Bold"/>
              </a:rPr>
              <a:t>Situation at Renewtech</a:t>
            </a:r>
            <a:endParaRPr sz="3200" b="1"/>
          </a:p>
        </p:txBody>
      </p:sp>
    </p:spTree>
    <p:extLst>
      <p:ext uri="{BB962C8B-B14F-4D97-AF65-F5344CB8AC3E}">
        <p14:creationId xmlns:p14="http://schemas.microsoft.com/office/powerpoint/2010/main" val="2528319141"/>
      </p:ext>
    </p:extLst>
  </p:cSld>
</p:sld>
</file>

<file path=ppt/theme/theme1.xml><?xml version="1.0" encoding="utf-8"?>
<a:theme xmlns:a="http://schemas.openxmlformats.org/drawingml/2006/main" name="Relewise tema 5">
  <a:themeElements>
    <a:clrScheme name="Brugerdefineret 1">
      <a:dk1>
        <a:srgbClr val="292929"/>
      </a:dk1>
      <a:lt1>
        <a:srgbClr val="E6EFFA"/>
      </a:lt1>
      <a:dk2>
        <a:srgbClr val="3764E4"/>
      </a:dk2>
      <a:lt2>
        <a:srgbClr val="53CF78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rugerdefineret 2">
      <a:majorFont>
        <a:latin typeface="Italian Plate No2 Expanded Bold"/>
        <a:ea typeface=""/>
        <a:cs typeface=""/>
      </a:majorFont>
      <a:minorFont>
        <a:latin typeface="Italian Plate No2 Expanded"/>
        <a:ea typeface=""/>
        <a:cs typeface=""/>
      </a:minorFont>
    </a:fontScheme>
    <a:fmtScheme name="Brugerdefinere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2026-10-28T22:01:23.7350000Z</dcterms:created>
  <dcterms:modified xsi:type="dcterms:W3CDTF">2026-10-28T22:01:23.7350000Z</dcterms:modified>
</coreProperties>
</file>