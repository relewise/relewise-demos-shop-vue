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da95bec23604987" /><Relationship Type="http://schemas.openxmlformats.org/officeDocument/2006/relationships/extended-properties" Target="/docProps/app.xml" Id="R5b92c38c5c574f35" /><Relationship Type="http://schemas.openxmlformats.org/officeDocument/2006/relationships/officeDocument" Target="/ppt/presentation.xml" Id="R18655048d1c54673" /></Relationships>
</file>

<file path=ppt/presentation.xml><?xml version="1.0" encoding="utf-8"?>
<p:presentation xmlns:p="http://schemas.openxmlformats.org/presentationml/2006/main">
  <p:sldMasterIdLst>
    <p:sldMasterId xmlns:r="http://schemas.openxmlformats.org/officeDocument/2006/relationships" id="2147483648" r:id="R403050aedc5e4879"/>
  </p:sldMasterIdLst>
  <p:notesMasterIdLst>
    <p:notesMasterId xmlns:r="http://schemas.openxmlformats.org/officeDocument/2006/relationships" r:id="R0eb63f619cdd4cfa"/>
  </p:notesMasterIdLst>
  <p:sldIdLst>
    <p:sldId xmlns:r="http://schemas.openxmlformats.org/officeDocument/2006/relationships" id="256" r:id="R21709f31ee6b4ca9"/>
    <p:sldId xmlns:r="http://schemas.openxmlformats.org/officeDocument/2006/relationships" id="257" r:id="R68a6fce8d5db4070"/>
    <p:sldId xmlns:r="http://schemas.openxmlformats.org/officeDocument/2006/relationships" id="258" r:id="Rbbce259027734164"/>
    <p:sldId xmlns:r="http://schemas.openxmlformats.org/officeDocument/2006/relationships" id="259" r:id="Re728c642f548402d"/>
  </p:sldIdLst>
  <p:sldSz cx="12192000" cy="6858000"/>
  <p:notesSz cx="6858000" cy="9144000"/>
  <p:defaultTextStyle>
    <a:lvl1pPr xmlns:a="http://schemas.openxmlformats.org/drawingml/2006/main" marL="0" algn="l" defTabSz="1219170">
      <a:buNone/>
      <a:defRPr sz="2400" kern="1200">
        <a:solidFill>
          <a:schemeClr val="tx1"/>
        </a:solidFill>
        <a:latin typeface="+mn-lt"/>
        <a:ea typeface="+mn-lt"/>
        <a:cs typeface="+mn-lt"/>
      </a:defRPr>
    </a:lvl1pPr>
    <a:lvl2pPr xmlns:a="http://schemas.openxmlformats.org/drawingml/2006/main" marL="609585" algn="l" defTabSz="1219170">
      <a:buNone/>
      <a:defRPr sz="2400" kern="1200">
        <a:solidFill>
          <a:schemeClr val="tx1"/>
        </a:solidFill>
        <a:latin typeface="+mn-lt"/>
        <a:ea typeface="+mn-lt"/>
        <a:cs typeface="+mn-lt"/>
      </a:defRPr>
    </a:lvl2pPr>
    <a:lvl3pPr xmlns:a="http://schemas.openxmlformats.org/drawingml/2006/main" marL="1219170" algn="l" defTabSz="1219170">
      <a:buNone/>
      <a:defRPr sz="2400" kern="1200">
        <a:solidFill>
          <a:schemeClr val="tx1"/>
        </a:solidFill>
        <a:latin typeface="+mn-lt"/>
        <a:ea typeface="+mn-lt"/>
        <a:cs typeface="+mn-lt"/>
      </a:defRPr>
    </a:lvl3pPr>
    <a:lvl4pPr xmlns:a="http://schemas.openxmlformats.org/drawingml/2006/main" marL="1828754" algn="l" defTabSz="1219170">
      <a:buNone/>
      <a:defRPr sz="2400" kern="1200">
        <a:solidFill>
          <a:schemeClr val="tx1"/>
        </a:solidFill>
        <a:latin typeface="+mn-lt"/>
        <a:ea typeface="+mn-lt"/>
        <a:cs typeface="+mn-lt"/>
      </a:defRPr>
    </a:lvl4pPr>
    <a:lvl5pPr xmlns:a="http://schemas.openxmlformats.org/drawingml/2006/main" marL="2438339" algn="l" defTabSz="1219170">
      <a:buNone/>
      <a:defRPr sz="2400" kern="1200">
        <a:solidFill>
          <a:schemeClr val="tx1"/>
        </a:solidFill>
        <a:latin typeface="+mn-lt"/>
        <a:ea typeface="+mn-lt"/>
        <a:cs typeface="+mn-lt"/>
      </a:defRPr>
    </a:lvl5pPr>
    <a:lvl6pPr xmlns:a="http://schemas.openxmlformats.org/drawingml/2006/main" marL="3047924" algn="l" defTabSz="1219170">
      <a:buNone/>
      <a:defRPr sz="2400" kern="1200">
        <a:solidFill>
          <a:schemeClr val="tx1"/>
        </a:solidFill>
        <a:latin typeface="+mn-lt"/>
        <a:ea typeface="+mn-lt"/>
        <a:cs typeface="+mn-lt"/>
      </a:defRPr>
    </a:lvl6pPr>
    <a:lvl7pPr xmlns:a="http://schemas.openxmlformats.org/drawingml/2006/main" marL="3657509" algn="l" defTabSz="1219170">
      <a:buNone/>
      <a:defRPr sz="2400" kern="1200">
        <a:solidFill>
          <a:schemeClr val="tx1"/>
        </a:solidFill>
        <a:latin typeface="+mn-lt"/>
        <a:ea typeface="+mn-lt"/>
        <a:cs typeface="+mn-lt"/>
      </a:defRPr>
    </a:lvl7pPr>
    <a:lvl8pPr xmlns:a="http://schemas.openxmlformats.org/drawingml/2006/main" marL="4267093" algn="l" defTabSz="1219170">
      <a:buNone/>
      <a:defRPr sz="2400" kern="1200">
        <a:solidFill>
          <a:schemeClr val="tx1"/>
        </a:solidFill>
        <a:latin typeface="+mn-lt"/>
        <a:ea typeface="+mn-lt"/>
        <a:cs typeface="+mn-lt"/>
      </a:defRPr>
    </a:lvl8pPr>
    <a:lvl9pPr xmlns:a="http://schemas.openxmlformats.org/drawingml/2006/main" marL="4876678" algn="l" defTabSz="1219170">
      <a:buNone/>
      <a:defRPr sz="24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22838BEF-8BB2-4498-84A7-C5851F593DF1}" styleName="Mellemlayout 4 - Markering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9D7B26C5-4107-4FEC-AEDC-1716B250A1EF}" styleName="Lyst layout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Lyst layout 1 - Markering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D5ABB26-0587-4C30-8999-92F81FD0307C}" styleName="Ingen typografi, intet gitter">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194a69fd6d66477d" /><Relationship Type="http://schemas.openxmlformats.org/officeDocument/2006/relationships/slideMaster" Target="/ppt/slideMasters/slideMaster1.xml" Id="R403050aedc5e4879" /><Relationship Type="http://schemas.openxmlformats.org/officeDocument/2006/relationships/notesMaster" Target="/ppt/notesMasters/notesMaster1.xml" Id="R0eb63f619cdd4cfa" /><Relationship Type="http://schemas.openxmlformats.org/officeDocument/2006/relationships/presProps" Target="/ppt/presProps.xml" Id="R30a5fd5455be4241" /><Relationship Type="http://schemas.openxmlformats.org/officeDocument/2006/relationships/viewProps" Target="/ppt/viewProps.xml" Id="Rcca5e8c03d1542d2" /><Relationship Type="http://schemas.openxmlformats.org/officeDocument/2006/relationships/tableStyles" Target="/ppt/tableStyles.xml" Id="Rd824d61262494d4b" /><Relationship Type="http://schemas.openxmlformats.org/officeDocument/2006/relationships/slide" Target="/ppt/slides/slide1.xml" Id="R21709f31ee6b4ca9" /><Relationship Type="http://schemas.openxmlformats.org/officeDocument/2006/relationships/slide" Target="/ppt/slides/slide2.xml" Id="R68a6fce8d5db4070" /><Relationship Type="http://schemas.openxmlformats.org/officeDocument/2006/relationships/slide" Target="/ppt/slides/slide3.xml" Id="Rbbce259027734164" /><Relationship Type="http://schemas.openxmlformats.org/officeDocument/2006/relationships/slide" Target="/ppt/slides/slide4.xml" Id="Re728c642f548402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81eb4484a864b8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Relewise tema 5">
  <a:themeElements>
    <a:clrScheme name="Brugerdefineret 1">
      <a:dk1>
        <a:srgbClr val="292929"/>
      </a:dk1>
      <a:lt1>
        <a:srgbClr val="E6EFFA"/>
      </a:lt1>
      <a:dk2>
        <a:srgbClr val="3764E4"/>
      </a:dk2>
      <a:lt2>
        <a:srgbClr val="53CF78"/>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Brugerdefineret 2">
      <a:majorFont>
        <a:latin typeface="Italian Plate No2 Expanded Bold"/>
        <a:ea typeface=""/>
        <a:cs typeface=""/>
      </a:majorFont>
      <a:minorFont>
        <a:latin typeface="Italian Plate No2 Expanded"/>
        <a:ea typeface=""/>
        <a:cs typeface=""/>
      </a:minorFont>
    </a:fontScheme>
    <a:fmtScheme name="Brugerdefineret 1">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87068ca430d4637" /><Relationship Type="http://schemas.openxmlformats.org/officeDocument/2006/relationships/notesMaster" Target="/ppt/notesMasters/notesMaster1.xml" Id="R95e15d29fb5e415d" /></Relationships>
</file>

<file path=ppt/notesSlides/_rels/notesSlide2.xml.rels>&#65279;<?xml version="1.0" encoding="utf-8"?><Relationships xmlns="http://schemas.openxmlformats.org/package/2006/relationships"><Relationship Type="http://schemas.openxmlformats.org/officeDocument/2006/relationships/slide" Target="/ppt/slides/slide2.xml" Id="Rbab4d7421d0c42af" /><Relationship Type="http://schemas.openxmlformats.org/officeDocument/2006/relationships/notesMaster" Target="/ppt/notesMasters/notesMaster1.xml" Id="R4b06db1e254e41a6" /></Relationships>
</file>

<file path=ppt/notesSlides/_rels/notesSlide3.xml.rels>&#65279;<?xml version="1.0" encoding="utf-8"?><Relationships xmlns="http://schemas.openxmlformats.org/package/2006/relationships"><Relationship Type="http://schemas.openxmlformats.org/officeDocument/2006/relationships/slide" Target="/ppt/slides/slide3.xml" Id="R6b90fb7ede0a4bc6" /><Relationship Type="http://schemas.openxmlformats.org/officeDocument/2006/relationships/notesMaster" Target="/ppt/notesMasters/notesMaster1.xml" Id="R7871582fb90e4c4a" /></Relationships>
</file>

<file path=ppt/notesSlides/_rels/notesSlide4.xml.rels>&#65279;<?xml version="1.0" encoding="utf-8"?><Relationships xmlns="http://schemas.openxmlformats.org/package/2006/relationships"><Relationship Type="http://schemas.openxmlformats.org/officeDocument/2006/relationships/slide" Target="/ppt/slides/slide4.xml" Id="R9910eedde3ef4a12" /><Relationship Type="http://schemas.openxmlformats.org/officeDocument/2006/relationships/notesMaster" Target="/ppt/notesMasters/notesMaster1.xml" Id="Rfcf951d227c0401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Working situation for customer confirmation. Sources: Wispr Flow meeting 19 October 2026, Personalization platform from Relewise &lt;&gt; Renewtech, https://notes.wisprflow.ai/shared/0IvcdEs46UbcyDOD4Y8DmmYnlD0SGwj_7RP1cM4-kpI. Thomas wants standardized supplier tests, accurate part/configuration relationships, and daily changes without repeatedly calling TRIC. HubSpot 30 April notes record data-maturity concerns. No quantified benefit or purchase deadline agreed. Demo date confirmed by 27 October email. Value is a hypothesis to validate, not a measured outcome.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menu only after confirming the situation. Show the live illustration before explaining implementation. Open /product/330177 and the Listed options placement. Component membership is source-backed, selected-option compatibility remains unverified. The merchandising rule is disabled initially and scoped to Renewtech - Listed server options. Do not promise a rank change before rehearsal on a real dataset. Seeded behavior is synthetic.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Confirm the boundary with TRIC. Existing indexed fields and configured placements can support self-service merchandising. New frontend layouts, additional source fields and dependency validation can require development. No implementation hours or fixed scope agreed. Demonstrate disabled rule Renewtech: prioritize listed PSU 00FK930, scoped to Renewtech - Listed server options. Baseline screenshot before toggle, repeat same language/user/filter/request after toggle, then disable again. The rule merges request filters so only source-listed candidates remain eligible.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a visible scorecard: passed, unresolved, or needs data. Do not claim live API performance from local UI fixtures or bundle validation. Capture test inputs and results from the real sandbox after upload. Ask Thomas who will recommend to leadership, what evidence they need, and when. No purchase deadline or quantified commercial delta is confirmed. Sources: 19 October Wispr transcript and prior HubSpot notes.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f79c064b1af4630" /><Relationship Type="http://schemas.openxmlformats.org/officeDocument/2006/relationships/image" Target="/ppt/media/image.png" Id="R8b86b1e6bab4486b" /><Relationship Type="http://schemas.openxmlformats.org/officeDocument/2006/relationships/image" Target="/ppt/media/image2.png" Id="R694b718b9a19481b" /><Relationship Type="http://schemas.openxmlformats.org/officeDocument/2006/relationships/image" Target="/ppt/media/image.svg" Id="R16903c7f1ab146a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77f76bbcdcb4c16" /><Relationship Type="http://schemas.openxmlformats.org/officeDocument/2006/relationships/image" Target="/ppt/media/image3.png" Id="R8416cab7099c4a0b" /><Relationship Type="http://schemas.openxmlformats.org/officeDocument/2006/relationships/image" Target="/ppt/media/image4.png" Id="Rd2cf2ce0443c46dd" /><Relationship Type="http://schemas.openxmlformats.org/officeDocument/2006/relationships/image" Target="/ppt/media/image2.svg" Id="Rab867fb3948f4c69" /><Relationship Type="http://schemas.openxmlformats.org/officeDocument/2006/relationships/image" Target="/ppt/media/image5.png" Id="Rf748a62aa4be4154" /><Relationship Type="http://schemas.openxmlformats.org/officeDocument/2006/relationships/image" Target="/ppt/media/image3.svg" Id="R1d8c91faecec416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5c7d88fc8a841c6" /><Relationship Type="http://schemas.openxmlformats.org/officeDocument/2006/relationships/image" Target="/ppt/media/image6.png" Id="R03d75e6b13564242" /><Relationship Type="http://schemas.openxmlformats.org/officeDocument/2006/relationships/image" Target="/ppt/media/image4.svg" Id="R8159462329a6455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f74f2e6e2af4eea" /><Relationship Type="http://schemas.openxmlformats.org/officeDocument/2006/relationships/image" Target="/ppt/media/image7.png" Id="R70b78c750c574139" /><Relationship Type="http://schemas.openxmlformats.org/officeDocument/2006/relationships/image" Target="/ppt/media/image2.png" Id="Rd3133adb3df645b7" /><Relationship Type="http://schemas.openxmlformats.org/officeDocument/2006/relationships/image" Target="/ppt/media/image.svg" Id="Rccd5b084831a4e2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8bec55b0aa5467d" /><Relationship Type="http://schemas.openxmlformats.org/officeDocument/2006/relationships/image" Target="/ppt/media/image8.png" Id="R6db0d9d22dc64196" /><Relationship Type="http://schemas.openxmlformats.org/officeDocument/2006/relationships/image" Target="/ppt/media/image5.svg" Id="R25051a5c28b6433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75e88392e624c04" /><Relationship Type="http://schemas.openxmlformats.org/officeDocument/2006/relationships/image" Target="/ppt/media/image8.png" Id="R2286d3ab605643a0" /><Relationship Type="http://schemas.openxmlformats.org/officeDocument/2006/relationships/image" Target="/ppt/media/image5.svg" Id="R8f68899ad4444565"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f8d3f8328ce348b3" /><Relationship Type="http://schemas.openxmlformats.org/officeDocument/2006/relationships/image" Target="/ppt/media/image9.png" Id="R4ebb936a7ab2453c" /><Relationship Type="http://schemas.openxmlformats.org/officeDocument/2006/relationships/image" Target="/ppt/media/image6.svg" Id="Rc6dd4150808844a2" /><Relationship Type="http://schemas.openxmlformats.org/officeDocument/2006/relationships/image" Target="/ppt/media/image10.png" Id="Rc4807083599f4ded" /><Relationship Type="http://schemas.openxmlformats.org/officeDocument/2006/relationships/image" Target="/ppt/media/image7.svg" Id="Rc2e674a17ab84063"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76d368db0f9c4176" /><Relationship Type="http://schemas.openxmlformats.org/officeDocument/2006/relationships/image" Target="/ppt/media/image11.png" Id="R2ef00f68657143ab" /><Relationship Type="http://schemas.openxmlformats.org/officeDocument/2006/relationships/image" Target="/ppt/media/image8.svg" Id="Rf69e6ffd46cb45b1" /><Relationship Type="http://schemas.openxmlformats.org/officeDocument/2006/relationships/image" Target="/ppt/media/image12.png" Id="R8ece9577f32a42a3" /><Relationship Type="http://schemas.openxmlformats.org/officeDocument/2006/relationships/image" Target="/ppt/media/image9.svg" Id="R99a70a332e404bd2" /><Relationship Type="http://schemas.openxmlformats.org/officeDocument/2006/relationships/image" Target="/ppt/media/image13.png" Id="R93ad6c65731f4a43" /><Relationship Type="http://schemas.openxmlformats.org/officeDocument/2006/relationships/image" Target="/ppt/media/image10.svg" Id="R82e3a8e278d44342" /><Relationship Type="http://schemas.openxmlformats.org/officeDocument/2006/relationships/image" Target="/ppt/media/image14.png" Id="Racbd25a7c80a4219" /><Relationship Type="http://schemas.openxmlformats.org/officeDocument/2006/relationships/image" Target="/ppt/media/image11.svg" Id="R19604d53195b4080" /><Relationship Type="http://schemas.openxmlformats.org/officeDocument/2006/relationships/image" Target="/ppt/media/image15.png" Id="R0a6fe8e435d44685" /><Relationship Type="http://schemas.openxmlformats.org/officeDocument/2006/relationships/image" Target="/ppt/media/image12.svg" Id="R3e4758385b82419c" /><Relationship Type="http://schemas.openxmlformats.org/officeDocument/2006/relationships/image" Target="/ppt/media/image16.png" Id="R21ecb1e451cb48be" /><Relationship Type="http://schemas.openxmlformats.org/officeDocument/2006/relationships/image" Target="/ppt/media/image13.svg" Id="Ra648fdce2a4a41eb" /><Relationship Type="http://schemas.openxmlformats.org/officeDocument/2006/relationships/image" Target="/ppt/media/image17.png" Id="Ra7b18f7e47d14279" /><Relationship Type="http://schemas.openxmlformats.org/officeDocument/2006/relationships/image" Target="/ppt/media/image14.svg" Id="Rb45139cef27841b7"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426c7dd38966434d" /><Relationship Type="http://schemas.openxmlformats.org/officeDocument/2006/relationships/image" Target="/ppt/media/image11.png" Id="R47a2b33c824d4d48" /><Relationship Type="http://schemas.openxmlformats.org/officeDocument/2006/relationships/image" Target="/ppt/media/image8.svg" Id="R44459b6584824239" /><Relationship Type="http://schemas.openxmlformats.org/officeDocument/2006/relationships/image" Target="/ppt/media/image12.png" Id="Rd51f9e93982c4720" /><Relationship Type="http://schemas.openxmlformats.org/officeDocument/2006/relationships/image" Target="/ppt/media/image9.svg" Id="R76acefe1f2494e89"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f671d8b13ca54050" /><Relationship Type="http://schemas.openxmlformats.org/officeDocument/2006/relationships/image" Target="/ppt/media/image9.png" Id="R2c4b70e5b2374d7f" /><Relationship Type="http://schemas.openxmlformats.org/officeDocument/2006/relationships/image" Target="/ppt/media/image6.svg" Id="R96890774eee54f2d"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625cf21e38f54c96" /><Relationship Type="http://schemas.openxmlformats.org/officeDocument/2006/relationships/image" Target="/ppt/media/image18.png" Id="R8580bdc4bbbb4341" /><Relationship Type="http://schemas.openxmlformats.org/officeDocument/2006/relationships/image" Target="/ppt/media/image15.svg" Id="R49ea3c215fa14a87" /></Relationships>
</file>

<file path=ppt/slideLayouts/slideLayout1.xml><?xml version="1.0" encoding="utf-8"?>
<p:sldLayout xmlns:p="http://schemas.openxmlformats.org/presentationml/2006/main" preserve="1">
  <p:cSld name="Intro slide blue">
    <p:bg>
      <p:bgRef idx="1001">
        <a:schemeClr xmlns:a="http://schemas.openxmlformats.org/drawingml/2006/main" val="bg2"/>
      </p:bgRef>
    </p:bg>
    <p:spTree>
      <p:nvGrpSpPr>
        <p:cNvPr id="1" name=""/>
        <p:cNvGrpSpPr/>
        <p:nvPr/>
      </p:nvGrpSpPr>
      <p:grpSpPr>
        <a:xfrm xmlns:a="http://schemas.openxmlformats.org/drawingml/2006/main"/>
      </p:grpSpPr>
      <p:pic>
        <p:nvPicPr>
          <p:cNvPr id="2" name="Image 0">
            <a:extLst xmlns:a="http://schemas.openxmlformats.org/drawingml/2006/main">
              <a:ext uri="{FF2B5EF4-FFF2-40B4-BE49-F238E27FC236}">
                <a16:creationId xmlns:a16="http://schemas.microsoft.com/office/drawing/2014/main" id="{7DA99D8D-7C8E-467C-A73E-C8008C4E3DD5}"/>
              </a:ext>
            </a:extLst>
          </p:cNvPr>
          <p:cNvPicPr>
            <a:picLocks xmlns:a="http://schemas.openxmlformats.org/drawingml/2006/main" noChangeAspect="1"/>
          </p:cNvPicPr>
          <p:nvPr/>
        </p:nvPicPr>
        <p:blipFill>
          <a:blip xmlns:r="http://schemas.openxmlformats.org/officeDocument/2006/relationships" xmlns:a="http://schemas.openxmlformats.org/drawingml/2006/main" r:embed="R8b86b1e6bab4486b"/>
          <a:stretch xmlns:a="http://schemas.openxmlformats.org/drawingml/2006/main">
            <a:fillRect l="0" t="0" r="0" b="0"/>
          </a:stretch>
        </p:blipFill>
        <p:spPr>
          <a:xfrm xmlns:a="http://schemas.openxmlformats.org/drawingml/2006/main">
            <a:off x="0" y="0"/>
            <a:ext cx="12191936" cy="6858000"/>
          </a:xfrm>
          <a:prstGeom xmlns:a="http://schemas.openxmlformats.org/drawingml/2006/main" prst="rect">
            <a:avLst/>
          </a:prstGeom>
        </p:spPr>
      </p:pic>
      <p:pic>
        <p:nvPicPr>
          <p:cNvPr id="3" name="Image 0">
            <a:extLst xmlns:a="http://schemas.openxmlformats.org/drawingml/2006/main">
              <a:ext uri="{FF2B5EF4-FFF2-40B4-BE49-F238E27FC236}">
                <a16:creationId xmlns:a16="http://schemas.microsoft.com/office/drawing/2014/main" id="{1DCF69B3-12B1-4CF9-B0CA-DCB81939F066}"/>
              </a:ext>
            </a:extLst>
          </p:cNvPr>
          <p:cNvPicPr>
            <a:picLocks xmlns:a="http://schemas.openxmlformats.org/drawingml/2006/main" noChangeAspect="1"/>
          </p:cNvPicPr>
          <p:nvPr/>
        </p:nvPicPr>
        <p:blipFill>
          <a:blip xmlns:r="http://schemas.openxmlformats.org/officeDocument/2006/relationships" xmlns:a="http://schemas.openxmlformats.org/drawingml/2006/main" r:embed="R8b86b1e6bab4486b"/>
          <a:stretch xmlns:a="http://schemas.openxmlformats.org/drawingml/2006/main">
            <a:fillRect l="0" t="0" r="0" b="0"/>
          </a:stretch>
        </p:blipFill>
        <p:spPr>
          <a:xfrm xmlns:a="http://schemas.openxmlformats.org/drawingml/2006/main">
            <a:off x="0" y="0"/>
            <a:ext cx="12191936" cy="6858000"/>
          </a:xfrm>
          <a:prstGeom xmlns:a="http://schemas.openxmlformats.org/drawingml/2006/main" prst="rect">
            <a:avLst/>
          </a:prstGeom>
        </p:spPr>
      </p:pic>
      <p:sp>
        <p:nvSpPr>
          <p:cNvPr id="4" name="Shape 0">
            <a:extLst xmlns:a="http://schemas.openxmlformats.org/drawingml/2006/main">
              <a:ext uri="{FF2B5EF4-FFF2-40B4-BE49-F238E27FC236}">
                <a16:creationId xmlns:a16="http://schemas.microsoft.com/office/drawing/2014/main" id="{1114AA0A-92A8-1B59-40EB-AD8DFC8E2B7B}"/>
              </a:ext>
            </a:extLst>
          </p:cNvPr>
          <p:cNvSpPr>
            <a:spLocks xmlns:a="http://schemas.openxmlformats.org/drawingml/2006/main" noGrp="1"/>
          </p:cNvSpPr>
          <p:nvPr/>
        </p:nvSpPr>
        <p:spPr>
          <a:xfrm xmlns:a="http://schemas.openxmlformats.org/drawingml/2006/main">
            <a:off x="11214106" y="-171451"/>
            <a:ext cx="380997" cy="762000"/>
          </a:xfrm>
          <a:prstGeom xmlns:a="http://schemas.openxmlformats.org/drawingml/2006/main" prst="roundRect">
            <a:avLst>
              <a:gd name="adj" fmla="val 99588"/>
            </a:avLst>
          </a:prstGeom>
          <a:solidFill xmlns:a="http://schemas.openxmlformats.org/drawingml/2006/main">
            <a:srgbClr val="53CF78">
              <a:alpha val="100000"/>
            </a:srgbClr>
          </a:solidFill>
        </p:spPr>
        <p:txBody>
          <a:bodyPr xmlns:a="http://schemas.openxmlformats.org/drawingml/2006/main"/>
          <a:lstStyle xmlns:a="http://schemas.openxmlformats.org/drawingml/2006/main"/>
          <a:p xmlns:a="http://schemas.openxmlformats.org/drawingml/2006/main">
            <a:endParaRPr sz="900"/>
          </a:p>
        </p:txBody>
      </p:sp>
      <p:sp>
        <p:nvSpPr>
          <p:cNvPr id="5" name="Shape 1">
            <a:extLst xmlns:a="http://schemas.openxmlformats.org/drawingml/2006/main">
              <a:ext uri="{FF2B5EF4-FFF2-40B4-BE49-F238E27FC236}">
                <a16:creationId xmlns:a16="http://schemas.microsoft.com/office/drawing/2014/main" id="{57CED8EB-750E-914E-EB81-9B9FCA57D676}"/>
              </a:ext>
            </a:extLst>
          </p:cNvPr>
          <p:cNvSpPr>
            <a:spLocks xmlns:a="http://schemas.openxmlformats.org/drawingml/2006/main" noGrp="1"/>
          </p:cNvSpPr>
          <p:nvPr/>
        </p:nvSpPr>
        <p:spPr>
          <a:xfrm xmlns:a="http://schemas.openxmlformats.org/drawingml/2006/main">
            <a:off x="596961" y="6045201"/>
            <a:ext cx="469897" cy="469900"/>
          </a:xfrm>
          <a:prstGeom xmlns:a="http://schemas.openxmlformats.org/drawingml/2006/main" prst="roundRect">
            <a:avLst>
              <a:gd name="adj" fmla="val 80757"/>
            </a:avLst>
          </a:prstGeom>
          <a:solidFill xmlns:a="http://schemas.openxmlformats.org/drawingml/2006/main">
            <a:srgbClr val="FFD93B">
              <a:alpha val="100000"/>
            </a:srgbClr>
          </a:solidFill>
        </p:spPr>
        <p:txBody>
          <a:bodyPr xmlns:a="http://schemas.openxmlformats.org/drawingml/2006/main"/>
          <a:lstStyle xmlns:a="http://schemas.openxmlformats.org/drawingml/2006/main"/>
          <a:p xmlns:a="http://schemas.openxmlformats.org/drawingml/2006/main">
            <a:endParaRPr sz="900"/>
          </a:p>
        </p:txBody>
      </p:sp>
      <p:sp>
        <p:nvSpPr>
          <p:cNvPr id="8" name="Pladsholder til tekst 7">
            <a:extLst xmlns:a="http://schemas.openxmlformats.org/drawingml/2006/main">
              <a:ext uri="{FF2B5EF4-FFF2-40B4-BE49-F238E27FC236}">
                <a16:creationId xmlns:a16="http://schemas.microsoft.com/office/drawing/2014/main" id="{ABEC8D56-D9D4-AB27-A2C5-498AA7656C20}"/>
              </a:ext>
            </a:extLst>
          </p:cNvPr>
          <p:cNvSpPr>
            <a:spLocks xmlns:a="http://schemas.openxmlformats.org/drawingml/2006/main" noGrp="1"/>
          </p:cNvSpPr>
          <p:nvPr>
            <p:ph type="body" idx="10" hasCustomPrompt="1"/>
          </p:nvPr>
        </p:nvSpPr>
        <p:spPr>
          <a:xfrm xmlns:a="http://schemas.openxmlformats.org/drawingml/2006/main">
            <a:off x="3082509" y="3146823"/>
            <a:ext cx="6026921" cy="564356"/>
          </a:xfrm>
          <a:prstGeom xmlns:a="http://schemas.openxmlformats.org/drawingml/2006/main" prst="rect">
            <a:avLst/>
          </a:prstGeom>
        </p:spPr>
        <p:txBody>
          <a:bodyPr xmlns:a="http://schemas.openxmlformats.org/drawingml/2006/main"/>
          <a:lstStyle xmlns:a="http://schemas.openxmlformats.org/drawingml/2006/main">
            <a:lvl1pPr marL="0" indent="0" algn="ctr">
              <a:buNone/>
              <a:defRPr sz="3300" b="1"/>
            </a:lvl1pPr>
          </a:lstStyle>
          <a:p xmlns:a="http://schemas.openxmlformats.org/drawingml/2006/main">
            <a:pPr lvl="0">
              <a:buNone/>
            </a:pPr>
            <a:r>
              <a:t>Headline</a:t>
            </a:r>
            <a:endParaRPr/>
          </a:p>
        </p:txBody>
      </p:sp>
      <p:pic>
        <p:nvPicPr>
          <p:cNvPr id="10" name="Grafik 9">
            <a:extLst xmlns:a="http://schemas.openxmlformats.org/drawingml/2006/main">
              <a:ext uri="{FF2B5EF4-FFF2-40B4-BE49-F238E27FC236}">
                <a16:creationId xmlns:a16="http://schemas.microsoft.com/office/drawing/2014/main" id="{DC1A73EC-42BA-4847-BF1D-F95E5BF469AE}"/>
              </a:ext>
            </a:extLst>
          </p:cNvPr>
          <p:cNvPicPr>
            <a:picLocks xmlns:a="http://schemas.openxmlformats.org/drawingml/2006/main" noChangeAspect="1"/>
          </p:cNvPicPr>
          <p:nvPr/>
        </p:nvPicPr>
        <p:blipFill>
          <a:blip xmlns:r="http://schemas.openxmlformats.org/officeDocument/2006/relationships" xmlns:a="http://schemas.openxmlformats.org/drawingml/2006/main" r:embed="R694b718b9a19481b">
            <a:extLst>
              <a:ext uri="{96DAC541-7B7A-43D3-8B79-37D633B846F1}">
                <asvg:svgBlip xmlns:asvg="http://schemas.microsoft.com/office/drawing/2016/SVG/main" r:embed="R16903c7f1ab146a3"/>
              </a:ext>
            </a:extLst>
          </a:blip>
          <a:srcRect xmlns:a="http://schemas.openxmlformats.org/drawingml/2006/main" l="0" t="0" r="0" b="0"/>
          <a:stretch xmlns:a="http://schemas.openxmlformats.org/drawingml/2006/main"/>
        </p:blipFill>
        <p:spPr>
          <a:xfrm xmlns:a="http://schemas.openxmlformats.org/drawingml/2006/main">
            <a:off x="654933" y="342901"/>
            <a:ext cx="1133656" cy="207324"/>
          </a:xfrm>
          <a:prstGeom xmlns:a="http://schemas.openxmlformats.org/drawingml/2006/main" prst="rect">
            <a:avLst/>
          </a:prstGeom>
        </p:spPr>
      </p:pic>
      <p:sp>
        <p:nvSpPr>
          <p:cNvPr id="6" name="Shape 0">
            <a:extLst xmlns:a="http://schemas.openxmlformats.org/drawingml/2006/main">
              <a:ext uri="{FF2B5EF4-FFF2-40B4-BE49-F238E27FC236}">
                <a16:creationId xmlns:a16="http://schemas.microsoft.com/office/drawing/2014/main" id="{E8100CBB-DB80-90AE-E4DC-E69BA6372C60}"/>
              </a:ext>
            </a:extLst>
          </p:cNvPr>
          <p:cNvSpPr>
            <a:spLocks xmlns:a="http://schemas.openxmlformats.org/drawingml/2006/main" noGrp="1"/>
          </p:cNvSpPr>
          <p:nvPr/>
        </p:nvSpPr>
        <p:spPr>
          <a:xfrm xmlns:a="http://schemas.openxmlformats.org/drawingml/2006/main">
            <a:off x="11214106" y="-171451"/>
            <a:ext cx="380997" cy="762000"/>
          </a:xfrm>
          <a:prstGeom xmlns:a="http://schemas.openxmlformats.org/drawingml/2006/main" prst="roundRect">
            <a:avLst>
              <a:gd name="adj" fmla="val 99588"/>
            </a:avLst>
          </a:prstGeom>
          <a:solidFill xmlns:a="http://schemas.openxmlformats.org/drawingml/2006/main">
            <a:srgbClr val="53CF78">
              <a:alpha val="100000"/>
            </a:srgbClr>
          </a:solidFill>
        </p:spPr>
        <p:txBody>
          <a:bodyPr xmlns:a="http://schemas.openxmlformats.org/drawingml/2006/main"/>
          <a:lstStyle xmlns:a="http://schemas.openxmlformats.org/drawingml/2006/main"/>
          <a:p xmlns:a="http://schemas.openxmlformats.org/drawingml/2006/main">
            <a:endParaRPr sz="337"/>
          </a:p>
        </p:txBody>
      </p:sp>
      <p:sp>
        <p:nvSpPr>
          <p:cNvPr id="7" name="Shape 1">
            <a:extLst xmlns:a="http://schemas.openxmlformats.org/drawingml/2006/main">
              <a:ext uri="{FF2B5EF4-FFF2-40B4-BE49-F238E27FC236}">
                <a16:creationId xmlns:a16="http://schemas.microsoft.com/office/drawing/2014/main" id="{0D3F4826-5A14-DAD4-2B99-90765BA60FDA}"/>
              </a:ext>
            </a:extLst>
          </p:cNvPr>
          <p:cNvSpPr>
            <a:spLocks xmlns:a="http://schemas.openxmlformats.org/drawingml/2006/main" noGrp="1"/>
          </p:cNvSpPr>
          <p:nvPr/>
        </p:nvSpPr>
        <p:spPr>
          <a:xfrm xmlns:a="http://schemas.openxmlformats.org/drawingml/2006/main">
            <a:off x="596961" y="6045201"/>
            <a:ext cx="469897" cy="469900"/>
          </a:xfrm>
          <a:prstGeom xmlns:a="http://schemas.openxmlformats.org/drawingml/2006/main" prst="roundRect">
            <a:avLst>
              <a:gd name="adj" fmla="val 80757"/>
            </a:avLst>
          </a:prstGeom>
          <a:solidFill xmlns:a="http://schemas.openxmlformats.org/drawingml/2006/main">
            <a:srgbClr val="FFD93B">
              <a:alpha val="100000"/>
            </a:srgbClr>
          </a:solidFill>
        </p:spPr>
        <p:txBody>
          <a:bodyPr xmlns:a="http://schemas.openxmlformats.org/drawingml/2006/main"/>
          <a:lstStyle xmlns:a="http://schemas.openxmlformats.org/drawingml/2006/main"/>
          <a:p xmlns:a="http://schemas.openxmlformats.org/drawingml/2006/main">
            <a:endParaRPr sz="337"/>
          </a:p>
        </p:txBody>
      </p:sp>
      <p:pic>
        <p:nvPicPr>
          <p:cNvPr id="9" name="Grafik 8">
            <a:extLst xmlns:a="http://schemas.openxmlformats.org/drawingml/2006/main">
              <a:ext uri="{FF2B5EF4-FFF2-40B4-BE49-F238E27FC236}">
                <a16:creationId xmlns:a16="http://schemas.microsoft.com/office/drawing/2014/main" id="{BCBDF5CD-8E7B-493A-883D-906C8878C3F2}"/>
              </a:ext>
            </a:extLst>
          </p:cNvPr>
          <p:cNvPicPr>
            <a:picLocks xmlns:a="http://schemas.openxmlformats.org/drawingml/2006/main" noChangeAspect="1"/>
          </p:cNvPicPr>
          <p:nvPr/>
        </p:nvPicPr>
        <p:blipFill>
          <a:blip xmlns:r="http://schemas.openxmlformats.org/officeDocument/2006/relationships" xmlns:a="http://schemas.openxmlformats.org/drawingml/2006/main" r:embed="R694b718b9a19481b">
            <a:extLst>
              <a:ext uri="{96DAC541-7B7A-43D3-8B79-37D633B846F1}">
                <asvg:svgBlip xmlns:asvg="http://schemas.microsoft.com/office/drawing/2016/SVG/main" r:embed="R16903c7f1ab146a3"/>
              </a:ext>
            </a:extLst>
          </a:blip>
          <a:srcRect xmlns:a="http://schemas.openxmlformats.org/drawingml/2006/main" l="0" t="0" r="0" b="0"/>
          <a:stretch xmlns:a="http://schemas.openxmlformats.org/drawingml/2006/main"/>
        </p:blipFill>
        <p:spPr>
          <a:xfrm xmlns:a="http://schemas.openxmlformats.org/drawingml/2006/main">
            <a:off x="654933" y="342901"/>
            <a:ext cx="1133656" cy="207324"/>
          </a:xfrm>
          <a:prstGeom xmlns:a="http://schemas.openxmlformats.org/drawingml/2006/main" prst="rect">
            <a:avLst/>
          </a:prstGeom>
        </p:spPr>
      </p:pic>
    </p:spTree>
  </p:cSld>
</p:sldLayout>
</file>

<file path=ppt/slideLayouts/slideLayout2.xml><?xml version="1.0" encoding="utf-8"?>
<p:sldLayout xmlns:p="http://schemas.openxmlformats.org/presentationml/2006/main" preserve="1" userDrawn="1">
  <p:cSld name="Lightblue intro slide ">
    <p:spTree>
      <p:nvGrpSpPr>
        <p:cNvPr id="1" name=""/>
        <p:cNvGrpSpPr/>
        <p:nvPr/>
      </p:nvGrpSpPr>
      <p:grpSpPr>
        <a:xfrm xmlns:a="http://schemas.openxmlformats.org/drawingml/2006/main"/>
      </p:grpSpPr>
      <p:pic>
        <p:nvPicPr>
          <p:cNvPr id="6" name="Billede 5">
            <a:extLst xmlns:a="http://schemas.openxmlformats.org/drawingml/2006/main">
              <a:ext uri="{FF2B5EF4-FFF2-40B4-BE49-F238E27FC236}">
                <a16:creationId xmlns:a16="http://schemas.microsoft.com/office/drawing/2014/main" id="{9F9F41CD-21C1-4F04-BCA5-C7EA51429578}"/>
              </a:ext>
            </a:extLst>
          </p:cNvPr>
          <p:cNvPicPr>
            <a:picLocks xmlns:a="http://schemas.openxmlformats.org/drawingml/2006/main" noChangeAspect="1"/>
          </p:cNvPicPr>
          <p:nvPr/>
        </p:nvPicPr>
        <p:blipFill>
          <a:blip xmlns:r="http://schemas.openxmlformats.org/officeDocument/2006/relationships" xmlns:a="http://schemas.openxmlformats.org/drawingml/2006/main" r:embed="R8416cab7099c4a0b"/>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4" name="Pladsholder til tekst 7">
            <a:extLst xmlns:a="http://schemas.openxmlformats.org/drawingml/2006/main">
              <a:ext uri="{FF2B5EF4-FFF2-40B4-BE49-F238E27FC236}">
                <a16:creationId xmlns:a16="http://schemas.microsoft.com/office/drawing/2014/main" id="{269A2E62-9E71-7AE1-0D4D-370F853F9A7B}"/>
              </a:ext>
            </a:extLst>
          </p:cNvPr>
          <p:cNvSpPr>
            <a:spLocks xmlns:a="http://schemas.openxmlformats.org/drawingml/2006/main" noGrp="1"/>
          </p:cNvSpPr>
          <p:nvPr>
            <p:ph type="body" idx="10" hasCustomPrompt="1"/>
          </p:nvPr>
        </p:nvSpPr>
        <p:spPr>
          <a:xfrm xmlns:a="http://schemas.openxmlformats.org/drawingml/2006/main">
            <a:off x="3082509" y="3146823"/>
            <a:ext cx="6026921" cy="564356"/>
          </a:xfrm>
          <a:prstGeom xmlns:a="http://schemas.openxmlformats.org/drawingml/2006/main" prst="rect">
            <a:avLst/>
          </a:prstGeom>
        </p:spPr>
        <p:txBody>
          <a:bodyPr xmlns:a="http://schemas.openxmlformats.org/drawingml/2006/main"/>
          <a:lstStyle xmlns:a="http://schemas.openxmlformats.org/drawingml/2006/main">
            <a:lvl1pPr marL="0" indent="0" algn="ctr">
              <a:buNone/>
              <a:defRPr sz="3300" b="1">
                <a:solidFill>
                  <a:srgbClr val="3764E4"/>
                </a:solidFill>
              </a:defRPr>
            </a:lvl1pPr>
          </a:lstStyle>
          <a:p xmlns:a="http://schemas.openxmlformats.org/drawingml/2006/main">
            <a:pPr lvl="0">
              <a:buNone/>
            </a:pPr>
            <a:r>
              <a:t>Headline</a:t>
            </a:r>
            <a:endParaRPr/>
          </a:p>
        </p:txBody>
      </p:sp>
      <p:pic>
        <p:nvPicPr>
          <p:cNvPr id="9" name="Grafik 8">
            <a:extLst xmlns:a="http://schemas.openxmlformats.org/drawingml/2006/main">
              <a:ext uri="{FF2B5EF4-FFF2-40B4-BE49-F238E27FC236}">
                <a16:creationId xmlns:a16="http://schemas.microsoft.com/office/drawing/2014/main" id="{A2E88F67-841A-44F5-BEE1-5FFBD20799A3}"/>
              </a:ext>
            </a:extLst>
          </p:cNvPr>
          <p:cNvPicPr>
            <a:picLocks xmlns:a="http://schemas.openxmlformats.org/drawingml/2006/main" noChangeAspect="1"/>
          </p:cNvPicPr>
          <p:nvPr/>
        </p:nvPicPr>
        <p:blipFill>
          <a:blip xmlns:r="http://schemas.openxmlformats.org/officeDocument/2006/relationships" xmlns:a="http://schemas.openxmlformats.org/drawingml/2006/main" r:embed="Rd2cf2ce0443c46dd">
            <a:extLst>
              <a:ext uri="{96DAC541-7B7A-43D3-8B79-37D633B846F1}">
                <asvg:svgBlip xmlns:asvg="http://schemas.microsoft.com/office/drawing/2016/SVG/main" r:embed="Rab867fb3948f4c69"/>
              </a:ext>
            </a:extLst>
          </a:blip>
          <a:stretch xmlns:a="http://schemas.openxmlformats.org/drawingml/2006/main">
            <a:fillRect l="0" t="0" r="0" b="0"/>
          </a:stretch>
        </p:blipFill>
        <p:spPr>
          <a:xfrm xmlns:a="http://schemas.openxmlformats.org/drawingml/2006/main">
            <a:off x="0" y="2470150"/>
            <a:ext cx="12192000" cy="1917700"/>
          </a:xfrm>
          <a:prstGeom xmlns:a="http://schemas.openxmlformats.org/drawingml/2006/main" prst="rect">
            <a:avLst/>
          </a:prstGeom>
        </p:spPr>
      </p:pic>
      <p:pic>
        <p:nvPicPr>
          <p:cNvPr id="7" name="Image 0">
            <a:extLst xmlns:a="http://schemas.openxmlformats.org/drawingml/2006/main">
              <a:ext uri="{FF2B5EF4-FFF2-40B4-BE49-F238E27FC236}">
                <a16:creationId xmlns:a16="http://schemas.microsoft.com/office/drawing/2014/main" id="{09941B15-3924-4794-99E5-061F88E8AF49}"/>
              </a:ext>
            </a:extLst>
          </p:cNvPr>
          <p:cNvPicPr>
            <a:picLocks xmlns:a="http://schemas.openxmlformats.org/drawingml/2006/main" noChangeAspect="1"/>
          </p:cNvPicPr>
          <p:nvPr/>
        </p:nvPicPr>
        <p:blipFill>
          <a:blip xmlns:r="http://schemas.openxmlformats.org/officeDocument/2006/relationships" xmlns:a="http://schemas.openxmlformats.org/drawingml/2006/main" r:embed="Rf748a62aa4be4154">
            <a:extLst>
              <a:ext uri="{96DAC541-7B7A-43D3-8B79-37D633B846F1}">
                <asvg:svgBlip xmlns:asvg="http://schemas.microsoft.com/office/drawing/2016/SVG/main" r:embed="R1d8c91faecec4163"/>
              </a:ext>
            </a:extLst>
          </a:blip>
          <a:stretch xmlns:a="http://schemas.openxmlformats.org/drawingml/2006/main">
            <a:fillRect l="0" t="0" r="0" b="0"/>
          </a:stretch>
        </p:blipFill>
        <p:spPr>
          <a:xfrm xmlns:a="http://schemas.openxmlformats.org/drawingml/2006/main">
            <a:off x="596897" y="343302"/>
            <a:ext cx="1110395" cy="203173"/>
          </a:xfrm>
          <a:prstGeom xmlns:a="http://schemas.openxmlformats.org/drawingml/2006/main" prst="rect">
            <a:avLst/>
          </a:prstGeom>
        </p:spPr>
      </p:pic>
      <p:sp>
        <p:nvSpPr>
          <p:cNvPr id="10" name="Shape 0">
            <a:extLst xmlns:a="http://schemas.openxmlformats.org/drawingml/2006/main">
              <a:ext uri="{FF2B5EF4-FFF2-40B4-BE49-F238E27FC236}">
                <a16:creationId xmlns:a16="http://schemas.microsoft.com/office/drawing/2014/main" id="{55031A84-6A79-D856-5212-693BCD761DE9}"/>
              </a:ext>
            </a:extLst>
          </p:cNvPr>
          <p:cNvSpPr>
            <a:spLocks xmlns:a="http://schemas.openxmlformats.org/drawingml/2006/main" noGrp="1"/>
          </p:cNvSpPr>
          <p:nvPr/>
        </p:nvSpPr>
        <p:spPr>
          <a:xfrm xmlns:a="http://schemas.openxmlformats.org/drawingml/2006/main">
            <a:off x="2701511" y="-171451"/>
            <a:ext cx="380997" cy="762000"/>
          </a:xfrm>
          <a:prstGeom xmlns:a="http://schemas.openxmlformats.org/drawingml/2006/main" prst="roundRect">
            <a:avLst>
              <a:gd name="adj" fmla="val 99588"/>
            </a:avLst>
          </a:prstGeom>
          <a:solidFill xmlns:a="http://schemas.openxmlformats.org/drawingml/2006/main">
            <a:srgbClr val="E0D5D5"/>
          </a:solidFill>
        </p:spPr>
        <p:txBody>
          <a:bodyPr xmlns:a="http://schemas.openxmlformats.org/drawingml/2006/main"/>
          <a:lstStyle xmlns:a="http://schemas.openxmlformats.org/drawingml/2006/main"/>
          <a:p xmlns:a="http://schemas.openxmlformats.org/drawingml/2006/main">
            <a:endParaRPr sz="337"/>
          </a:p>
        </p:txBody>
      </p:sp>
    </p:spTree>
  </p:cSld>
</p:sldLayout>
</file>

<file path=ppt/slideLayouts/slideLayout3.xml><?xml version="1.0" encoding="utf-8"?>
<p:sldLayout xmlns:p="http://schemas.openxmlformats.org/presentationml/2006/main" matchingName="Title and two columns" userDrawn="1">
  <p:cSld name="Thank you slide">
    <p:spTree>
      <p:nvGrpSpPr>
        <p:cNvPr id="1" name=""/>
        <p:cNvGrpSpPr/>
        <p:nvPr/>
      </p:nvGrpSpPr>
      <p:grpSpPr>
        <a:xfrm xmlns:a="http://schemas.openxmlformats.org/drawingml/2006/main"/>
      </p:grpSpPr>
      <p:pic>
        <p:nvPicPr>
          <p:cNvPr id="2" name="Image 0">
            <a:extLst xmlns:a="http://schemas.openxmlformats.org/drawingml/2006/main">
              <a:ext uri="{FF2B5EF4-FFF2-40B4-BE49-F238E27FC236}">
                <a16:creationId xmlns:a16="http://schemas.microsoft.com/office/drawing/2014/main" id="{B0F6BE13-A423-41F8-BF81-AB526060C21B}"/>
              </a:ext>
            </a:extLst>
          </p:cNvPr>
          <p:cNvPicPr>
            <a:picLocks xmlns:a="http://schemas.openxmlformats.org/drawingml/2006/main" noChangeAspect="1"/>
          </p:cNvPicPr>
          <p:nvPr/>
        </p:nvPicPr>
        <p:blipFill>
          <a:blip xmlns:r="http://schemas.openxmlformats.org/officeDocument/2006/relationships" xmlns:a="http://schemas.openxmlformats.org/drawingml/2006/main" r:embed="R03d75e6b13564242">
            <a:extLst>
              <a:ext uri="{96DAC541-7B7A-43D3-8B79-37D633B846F1}">
                <asvg:svgBlip xmlns:asvg="http://schemas.microsoft.com/office/drawing/2016/SVG/main" r:embed="R8159462329a6455a"/>
              </a:ext>
            </a:extLst>
          </a:blip>
          <a:stretch xmlns:a="http://schemas.openxmlformats.org/drawingml/2006/main">
            <a:fillRect l="0" t="0" r="0" b="0"/>
          </a:stretch>
        </p:blipFill>
        <p:spPr>
          <a:xfrm xmlns:a="http://schemas.openxmlformats.org/drawingml/2006/main">
            <a:off x="596897" y="343302"/>
            <a:ext cx="1110395" cy="203173"/>
          </a:xfrm>
          <a:prstGeom xmlns:a="http://schemas.openxmlformats.org/drawingml/2006/main" prst="rect">
            <a:avLst/>
          </a:prstGeom>
        </p:spPr>
      </p:pic>
      <p:sp>
        <p:nvSpPr>
          <p:cNvPr id="7" name="Shape 4">
            <a:extLst xmlns:a="http://schemas.openxmlformats.org/drawingml/2006/main">
              <a:ext uri="{FF2B5EF4-FFF2-40B4-BE49-F238E27FC236}">
                <a16:creationId xmlns:a16="http://schemas.microsoft.com/office/drawing/2014/main" id="{1D3A6E5E-A1C8-A255-25ED-7A1BC48692F6}"/>
              </a:ext>
            </a:extLst>
          </p:cNvPr>
          <p:cNvSpPr>
            <a:spLocks xmlns:a="http://schemas.openxmlformats.org/drawingml/2006/main" noGrp="1"/>
          </p:cNvSpPr>
          <p:nvPr/>
        </p:nvSpPr>
        <p:spPr>
          <a:xfrm xmlns:a="http://schemas.openxmlformats.org/drawingml/2006/main">
            <a:off x="10013899" y="6336922"/>
            <a:ext cx="380997" cy="761901"/>
          </a:xfrm>
          <a:prstGeom xmlns:a="http://schemas.openxmlformats.org/drawingml/2006/main" prst="roundRect">
            <a:avLst>
              <a:gd name="adj" fmla="val 99588"/>
            </a:avLst>
          </a:prstGeom>
          <a:solidFill xmlns:a="http://schemas.openxmlformats.org/drawingml/2006/main">
            <a:srgbClr val="FFC0D7">
              <a:alpha val="100000"/>
            </a:srgbClr>
          </a:solidFill>
        </p:spPr>
        <p:txBody>
          <a:bodyPr xmlns:a="http://schemas.openxmlformats.org/drawingml/2006/main"/>
          <a:lstStyle xmlns:a="http://schemas.openxmlformats.org/drawingml/2006/main"/>
          <a:p xmlns:a="http://schemas.openxmlformats.org/drawingml/2006/main">
            <a:endParaRPr sz="900"/>
          </a:p>
        </p:txBody>
      </p:sp>
      <p:sp>
        <p:nvSpPr>
          <p:cNvPr id="17" name="Pladsholder til billede 11">
            <a:extLst xmlns:a="http://schemas.openxmlformats.org/drawingml/2006/main">
              <a:ext uri="{FF2B5EF4-FFF2-40B4-BE49-F238E27FC236}">
                <a16:creationId xmlns:a16="http://schemas.microsoft.com/office/drawing/2014/main" id="{8AFE6303-FCB5-CF32-B992-8C0ECCE56C62}"/>
              </a:ext>
            </a:extLst>
          </p:cNvPr>
          <p:cNvSpPr>
            <a:spLocks xmlns:a="http://schemas.openxmlformats.org/drawingml/2006/main" noGrp="1"/>
          </p:cNvSpPr>
          <p:nvPr>
            <p:ph type="pic" idx="12"/>
          </p:nvPr>
        </p:nvSpPr>
        <p:spPr>
          <a:xfrm xmlns:a="http://schemas.openxmlformats.org/drawingml/2006/main">
            <a:off x="1334773" y="2350863"/>
            <a:ext cx="1673833" cy="2314109"/>
          </a:xfrm>
          <a:prstGeom xmlns:a="http://schemas.openxmlformats.org/drawingml/2006/main" prst="roundRect">
            <a:avLst>
              <a:gd name="adj" fmla="val 50000"/>
            </a:avLst>
          </a:prstGeom>
          <a:solidFill xmlns:a="http://schemas.openxmlformats.org/drawingml/2006/main">
            <a:srgbClr val="FFC0D7"/>
          </a:solidFill>
        </p:spPr>
        <p:txBody>
          <a:bodyPr xmlns:a="http://schemas.openxmlformats.org/drawingml/2006/main"/>
          <a:lstStyle xmlns:a="http://schemas.openxmlformats.org/drawingml/2006/main"/>
          <a:p xmlns:a="http://schemas.openxmlformats.org/drawingml/2006/main">
            <a:endParaRPr/>
          </a:p>
        </p:txBody>
      </p:sp>
      <p:sp>
        <p:nvSpPr>
          <p:cNvPr id="18" name="Pladsholder til billede 11">
            <a:extLst xmlns:a="http://schemas.openxmlformats.org/drawingml/2006/main">
              <a:ext uri="{FF2B5EF4-FFF2-40B4-BE49-F238E27FC236}">
                <a16:creationId xmlns:a16="http://schemas.microsoft.com/office/drawing/2014/main" id="{CC711AC3-9BE4-867F-1C8E-BFE74D491FDD}"/>
              </a:ext>
            </a:extLst>
          </p:cNvPr>
          <p:cNvSpPr>
            <a:spLocks xmlns:a="http://schemas.openxmlformats.org/drawingml/2006/main" noGrp="1"/>
          </p:cNvSpPr>
          <p:nvPr>
            <p:ph type="pic" idx="13"/>
          </p:nvPr>
        </p:nvSpPr>
        <p:spPr>
          <a:xfrm xmlns:a="http://schemas.openxmlformats.org/drawingml/2006/main">
            <a:off x="5262430" y="2350863"/>
            <a:ext cx="1673833" cy="2314109"/>
          </a:xfrm>
          <a:prstGeom xmlns:a="http://schemas.openxmlformats.org/drawingml/2006/main" prst="roundRect">
            <a:avLst>
              <a:gd name="adj" fmla="val 50000"/>
            </a:avLst>
          </a:prstGeom>
          <a:solidFill xmlns:a="http://schemas.openxmlformats.org/drawingml/2006/main">
            <a:srgbClr val="FFC0D7"/>
          </a:solidFill>
        </p:spPr>
        <p:txBody>
          <a:bodyPr xmlns:a="http://schemas.openxmlformats.org/drawingml/2006/main"/>
          <a:lstStyle xmlns:a="http://schemas.openxmlformats.org/drawingml/2006/main"/>
          <a:p xmlns:a="http://schemas.openxmlformats.org/drawingml/2006/main">
            <a:endParaRPr/>
          </a:p>
        </p:txBody>
      </p:sp>
      <p:sp>
        <p:nvSpPr>
          <p:cNvPr id="19" name="Pladsholder til billede 11">
            <a:extLst xmlns:a="http://schemas.openxmlformats.org/drawingml/2006/main">
              <a:ext uri="{FF2B5EF4-FFF2-40B4-BE49-F238E27FC236}">
                <a16:creationId xmlns:a16="http://schemas.microsoft.com/office/drawing/2014/main" id="{43E59CF6-E532-D9A0-A032-4154E54E1543}"/>
              </a:ext>
            </a:extLst>
          </p:cNvPr>
          <p:cNvSpPr>
            <a:spLocks xmlns:a="http://schemas.openxmlformats.org/drawingml/2006/main" noGrp="1"/>
          </p:cNvSpPr>
          <p:nvPr>
            <p:ph type="pic" idx="14"/>
          </p:nvPr>
        </p:nvSpPr>
        <p:spPr>
          <a:xfrm xmlns:a="http://schemas.openxmlformats.org/drawingml/2006/main">
            <a:off x="9061808" y="2350863"/>
            <a:ext cx="1673833" cy="2314109"/>
          </a:xfrm>
          <a:prstGeom xmlns:a="http://schemas.openxmlformats.org/drawingml/2006/main" prst="roundRect">
            <a:avLst>
              <a:gd name="adj" fmla="val 50000"/>
            </a:avLst>
          </a:prstGeom>
          <a:solidFill xmlns:a="http://schemas.openxmlformats.org/drawingml/2006/main">
            <a:srgbClr val="FFC0D7"/>
          </a:solidFill>
        </p:spPr>
        <p:txBody>
          <a:bodyPr xmlns:a="http://schemas.openxmlformats.org/drawingml/2006/main"/>
          <a:lstStyle xmlns:a="http://schemas.openxmlformats.org/drawingml/2006/main"/>
          <a:p xmlns:a="http://schemas.openxmlformats.org/drawingml/2006/main">
            <a:endParaRPr/>
          </a:p>
        </p:txBody>
      </p:sp>
      <p:sp>
        <p:nvSpPr>
          <p:cNvPr id="20" name="Pladsholder til tekst 7">
            <a:extLst xmlns:a="http://schemas.openxmlformats.org/drawingml/2006/main">
              <a:ext uri="{FF2B5EF4-FFF2-40B4-BE49-F238E27FC236}">
                <a16:creationId xmlns:a16="http://schemas.microsoft.com/office/drawing/2014/main" id="{D31D5D17-99AC-2F0D-6B97-B7CE547FD50D}"/>
              </a:ext>
            </a:extLst>
          </p:cNvPr>
          <p:cNvSpPr>
            <a:spLocks xmlns:a="http://schemas.openxmlformats.org/drawingml/2006/main" noGrp="1"/>
          </p:cNvSpPr>
          <p:nvPr>
            <p:ph type="body" idx="15" hasCustomPrompt="1"/>
          </p:nvPr>
        </p:nvSpPr>
        <p:spPr>
          <a:xfrm xmlns:a="http://schemas.openxmlformats.org/drawingml/2006/main">
            <a:off x="596897" y="1228346"/>
            <a:ext cx="4539584" cy="592697"/>
          </a:xfrm>
          <a:prstGeom xmlns:a="http://schemas.openxmlformats.org/drawingml/2006/main" prst="rect">
            <a:avLst/>
          </a:prstGeom>
        </p:spPr>
        <p:txBody>
          <a:bodyPr xmlns:a="http://schemas.openxmlformats.org/drawingml/2006/main"/>
          <a:lstStyle xmlns:a="http://schemas.openxmlformats.org/drawingml/2006/main">
            <a:lvl1pPr marL="0" indent="0">
              <a:buNone/>
              <a:defRPr sz="3200" b="1">
                <a:solidFill>
                  <a:srgbClr val="3764E4"/>
                </a:solidFill>
              </a:defRPr>
            </a:lvl1pPr>
          </a:lstStyle>
          <a:p xmlns:a="http://schemas.openxmlformats.org/drawingml/2006/main">
            <a:pPr lvl="0">
              <a:buNone/>
            </a:pPr>
            <a:r>
              <a:t>Thank you</a:t>
            </a:r>
            <a:endParaRPr/>
          </a:p>
        </p:txBody>
      </p:sp>
      <p:sp>
        <p:nvSpPr>
          <p:cNvPr id="22" name="Pladsholder til tekst 21">
            <a:extLst xmlns:a="http://schemas.openxmlformats.org/drawingml/2006/main">
              <a:ext uri="{FF2B5EF4-FFF2-40B4-BE49-F238E27FC236}">
                <a16:creationId xmlns:a16="http://schemas.microsoft.com/office/drawing/2014/main" id="{4F55F490-2641-118B-E339-0BB82924D053}"/>
              </a:ext>
            </a:extLst>
          </p:cNvPr>
          <p:cNvSpPr>
            <a:spLocks xmlns:a="http://schemas.openxmlformats.org/drawingml/2006/main" noGrp="1"/>
          </p:cNvSpPr>
          <p:nvPr>
            <p:ph type="body" idx="16" hasCustomPrompt="1"/>
          </p:nvPr>
        </p:nvSpPr>
        <p:spPr>
          <a:xfrm xmlns:a="http://schemas.openxmlformats.org/drawingml/2006/main">
            <a:off x="1505366" y="4757783"/>
            <a:ext cx="1332645" cy="359651"/>
          </a:xfrm>
          <a:prstGeom xmlns:a="http://schemas.openxmlformats.org/drawingml/2006/main" prst="rect">
            <a:avLst/>
          </a:prstGeom>
        </p:spPr>
        <p:txBody>
          <a:bodyPr xmlns:a="http://schemas.openxmlformats.org/drawingml/2006/main"/>
          <a:lstStyle xmlns:a="http://schemas.openxmlformats.org/drawingml/2006/main">
            <a:lvl1pPr algn="ctr">
              <a:buNone/>
              <a:defRPr sz="1867" b="1"/>
            </a:lvl1pPr>
          </a:lstStyle>
          <a:p xmlns:a="http://schemas.openxmlformats.org/drawingml/2006/main">
            <a:pPr lvl="0">
              <a:buNone/>
            </a:pPr>
            <a:r>
              <a:t>Name</a:t>
            </a:r>
            <a:endParaRPr/>
          </a:p>
        </p:txBody>
      </p:sp>
      <p:sp>
        <p:nvSpPr>
          <p:cNvPr id="24" name="Pladsholder til tekst 23">
            <a:extLst xmlns:a="http://schemas.openxmlformats.org/drawingml/2006/main">
              <a:ext uri="{FF2B5EF4-FFF2-40B4-BE49-F238E27FC236}">
                <a16:creationId xmlns:a16="http://schemas.microsoft.com/office/drawing/2014/main" id="{6160356A-6932-1B25-BAE1-13690F0205A9}"/>
              </a:ext>
            </a:extLst>
          </p:cNvPr>
          <p:cNvSpPr>
            <a:spLocks xmlns:a="http://schemas.openxmlformats.org/drawingml/2006/main" noGrp="1"/>
          </p:cNvSpPr>
          <p:nvPr>
            <p:ph type="body" idx="17" hasCustomPrompt="1"/>
          </p:nvPr>
        </p:nvSpPr>
        <p:spPr>
          <a:xfrm xmlns:a="http://schemas.openxmlformats.org/drawingml/2006/main">
            <a:off x="1291363" y="5194792"/>
            <a:ext cx="1765291" cy="302411"/>
          </a:xfrm>
          <a:prstGeom xmlns:a="http://schemas.openxmlformats.org/drawingml/2006/main" prst="rect">
            <a:avLst/>
          </a:prstGeom>
        </p:spPr>
        <p:txBody>
          <a:bodyPr xmlns:a="http://schemas.openxmlformats.org/drawingml/2006/main"/>
          <a:lstStyle xmlns:a="http://schemas.openxmlformats.org/drawingml/2006/main">
            <a:lvl1pPr algn="ctr">
              <a:buNone/>
              <a:defRPr sz="1333"/>
            </a:lvl1pPr>
          </a:lstStyle>
          <a:p xmlns:a="http://schemas.openxmlformats.org/drawingml/2006/main">
            <a:pPr lvl="0">
              <a:buNone/>
            </a:pPr>
            <a:r>
              <a:t>T</a:t>
            </a:r>
            <a:r>
              <a:t>itle</a:t>
            </a:r>
            <a:endParaRPr/>
          </a:p>
        </p:txBody>
      </p:sp>
      <p:sp>
        <p:nvSpPr>
          <p:cNvPr id="25" name="Pladsholder til tekst 21">
            <a:extLst xmlns:a="http://schemas.openxmlformats.org/drawingml/2006/main">
              <a:ext uri="{FF2B5EF4-FFF2-40B4-BE49-F238E27FC236}">
                <a16:creationId xmlns:a16="http://schemas.microsoft.com/office/drawing/2014/main" id="{0F33C0BD-84CF-731E-8871-58320BF26617}"/>
              </a:ext>
            </a:extLst>
          </p:cNvPr>
          <p:cNvSpPr>
            <a:spLocks xmlns:a="http://schemas.openxmlformats.org/drawingml/2006/main" noGrp="1"/>
          </p:cNvSpPr>
          <p:nvPr>
            <p:ph type="body" idx="18" hasCustomPrompt="1"/>
          </p:nvPr>
        </p:nvSpPr>
        <p:spPr>
          <a:xfrm xmlns:a="http://schemas.openxmlformats.org/drawingml/2006/main">
            <a:off x="5429678" y="4757783"/>
            <a:ext cx="1332645" cy="359651"/>
          </a:xfrm>
          <a:prstGeom xmlns:a="http://schemas.openxmlformats.org/drawingml/2006/main" prst="rect">
            <a:avLst/>
          </a:prstGeom>
        </p:spPr>
        <p:txBody>
          <a:bodyPr xmlns:a="http://schemas.openxmlformats.org/drawingml/2006/main"/>
          <a:lstStyle xmlns:a="http://schemas.openxmlformats.org/drawingml/2006/main">
            <a:lvl1pPr algn="ctr">
              <a:buNone/>
              <a:defRPr sz="1867" b="1"/>
            </a:lvl1pPr>
          </a:lstStyle>
          <a:p xmlns:a="http://schemas.openxmlformats.org/drawingml/2006/main">
            <a:pPr lvl="0">
              <a:buNone/>
            </a:pPr>
            <a:r>
              <a:t>Name</a:t>
            </a:r>
            <a:endParaRPr/>
          </a:p>
        </p:txBody>
      </p:sp>
      <p:sp>
        <p:nvSpPr>
          <p:cNvPr id="26" name="Pladsholder til tekst 23">
            <a:extLst xmlns:a="http://schemas.openxmlformats.org/drawingml/2006/main">
              <a:ext uri="{FF2B5EF4-FFF2-40B4-BE49-F238E27FC236}">
                <a16:creationId xmlns:a16="http://schemas.microsoft.com/office/drawing/2014/main" id="{2CED1BB6-90C3-C5F9-56E4-E6230FE6C2E4}"/>
              </a:ext>
            </a:extLst>
          </p:cNvPr>
          <p:cNvSpPr>
            <a:spLocks xmlns:a="http://schemas.openxmlformats.org/drawingml/2006/main" noGrp="1"/>
          </p:cNvSpPr>
          <p:nvPr>
            <p:ph type="body" idx="19" hasCustomPrompt="1"/>
          </p:nvPr>
        </p:nvSpPr>
        <p:spPr>
          <a:xfrm xmlns:a="http://schemas.openxmlformats.org/drawingml/2006/main">
            <a:off x="5215675" y="5194792"/>
            <a:ext cx="1765291" cy="302411"/>
          </a:xfrm>
          <a:prstGeom xmlns:a="http://schemas.openxmlformats.org/drawingml/2006/main" prst="rect">
            <a:avLst/>
          </a:prstGeom>
        </p:spPr>
        <p:txBody>
          <a:bodyPr xmlns:a="http://schemas.openxmlformats.org/drawingml/2006/main"/>
          <a:lstStyle xmlns:a="http://schemas.openxmlformats.org/drawingml/2006/main">
            <a:lvl1pPr algn="ctr">
              <a:buNone/>
              <a:defRPr sz="1333"/>
            </a:lvl1pPr>
          </a:lstStyle>
          <a:p xmlns:a="http://schemas.openxmlformats.org/drawingml/2006/main">
            <a:pPr lvl="0">
              <a:buNone/>
            </a:pPr>
            <a:r>
              <a:t>T</a:t>
            </a:r>
            <a:r>
              <a:t>itle</a:t>
            </a:r>
            <a:endParaRPr/>
          </a:p>
        </p:txBody>
      </p:sp>
      <p:sp>
        <p:nvSpPr>
          <p:cNvPr id="27" name="Pladsholder til tekst 21">
            <a:extLst xmlns:a="http://schemas.openxmlformats.org/drawingml/2006/main">
              <a:ext uri="{FF2B5EF4-FFF2-40B4-BE49-F238E27FC236}">
                <a16:creationId xmlns:a16="http://schemas.microsoft.com/office/drawing/2014/main" id="{6F1B7CEA-2B3D-9794-B10C-E8E693F70CA4}"/>
              </a:ext>
            </a:extLst>
          </p:cNvPr>
          <p:cNvSpPr>
            <a:spLocks xmlns:a="http://schemas.openxmlformats.org/drawingml/2006/main" noGrp="1"/>
          </p:cNvSpPr>
          <p:nvPr>
            <p:ph type="body" idx="20" hasCustomPrompt="1"/>
          </p:nvPr>
        </p:nvSpPr>
        <p:spPr>
          <a:xfrm xmlns:a="http://schemas.openxmlformats.org/drawingml/2006/main">
            <a:off x="9230419" y="4757783"/>
            <a:ext cx="1332645" cy="359651"/>
          </a:xfrm>
          <a:prstGeom xmlns:a="http://schemas.openxmlformats.org/drawingml/2006/main" prst="rect">
            <a:avLst/>
          </a:prstGeom>
        </p:spPr>
        <p:txBody>
          <a:bodyPr xmlns:a="http://schemas.openxmlformats.org/drawingml/2006/main"/>
          <a:lstStyle xmlns:a="http://schemas.openxmlformats.org/drawingml/2006/main">
            <a:lvl1pPr algn="ctr">
              <a:buNone/>
              <a:defRPr sz="1867" b="1"/>
            </a:lvl1pPr>
          </a:lstStyle>
          <a:p xmlns:a="http://schemas.openxmlformats.org/drawingml/2006/main">
            <a:pPr lvl="0">
              <a:buNone/>
            </a:pPr>
            <a:r>
              <a:t>Name</a:t>
            </a:r>
            <a:endParaRPr/>
          </a:p>
        </p:txBody>
      </p:sp>
      <p:sp>
        <p:nvSpPr>
          <p:cNvPr id="28" name="Pladsholder til tekst 23">
            <a:extLst xmlns:a="http://schemas.openxmlformats.org/drawingml/2006/main">
              <a:ext uri="{FF2B5EF4-FFF2-40B4-BE49-F238E27FC236}">
                <a16:creationId xmlns:a16="http://schemas.microsoft.com/office/drawing/2014/main" id="{A1C9F252-B833-D4F0-5871-F601C41E5FD2}"/>
              </a:ext>
            </a:extLst>
          </p:cNvPr>
          <p:cNvSpPr>
            <a:spLocks xmlns:a="http://schemas.openxmlformats.org/drawingml/2006/main" noGrp="1"/>
          </p:cNvSpPr>
          <p:nvPr>
            <p:ph type="body" idx="21" hasCustomPrompt="1"/>
          </p:nvPr>
        </p:nvSpPr>
        <p:spPr>
          <a:xfrm xmlns:a="http://schemas.openxmlformats.org/drawingml/2006/main">
            <a:off x="9016416" y="5194792"/>
            <a:ext cx="1765291" cy="302411"/>
          </a:xfrm>
          <a:prstGeom xmlns:a="http://schemas.openxmlformats.org/drawingml/2006/main" prst="rect">
            <a:avLst/>
          </a:prstGeom>
        </p:spPr>
        <p:txBody>
          <a:bodyPr xmlns:a="http://schemas.openxmlformats.org/drawingml/2006/main"/>
          <a:lstStyle xmlns:a="http://schemas.openxmlformats.org/drawingml/2006/main">
            <a:lvl1pPr algn="ctr">
              <a:buNone/>
              <a:defRPr sz="1333"/>
            </a:lvl1pPr>
          </a:lstStyle>
          <a:p xmlns:a="http://schemas.openxmlformats.org/drawingml/2006/main">
            <a:pPr lvl="0">
              <a:buNone/>
            </a:pPr>
            <a:r>
              <a:t>T</a:t>
            </a:r>
            <a:r>
              <a:t>itle</a:t>
            </a:r>
            <a:endParaRPr/>
          </a:p>
        </p:txBody>
      </p:sp>
    </p:spTree>
  </p:cSld>
</p:sldLayout>
</file>

<file path=ppt/slideLayouts/slideLayout4.xml><?xml version="1.0" encoding="utf-8"?>
<p:sldLayout xmlns:p="http://schemas.openxmlformats.org/presentationml/2006/main" preserve="1" userDrawn="1">
  <p:cSld name="Empty Content Rele Design Blue ">
    <p:bg>
      <p:bgRef idx="1001">
        <a:schemeClr xmlns:a="http://schemas.openxmlformats.org/drawingml/2006/main" val="bg2"/>
      </p:bgRef>
    </p:bg>
    <p:spTree>
      <p:nvGrpSpPr>
        <p:cNvPr id="1" name=""/>
        <p:cNvGrpSpPr/>
        <p:nvPr/>
      </p:nvGrpSpPr>
      <p:grpSpPr>
        <a:xfrm xmlns:a="http://schemas.openxmlformats.org/drawingml/2006/main"/>
      </p:grpSpPr>
      <p:sp>
        <p:nvSpPr>
          <p:cNvPr id="4" name="Shape 4">
            <a:extLst xmlns:a="http://schemas.openxmlformats.org/drawingml/2006/main">
              <a:ext uri="{FF2B5EF4-FFF2-40B4-BE49-F238E27FC236}">
                <a16:creationId xmlns:a16="http://schemas.microsoft.com/office/drawing/2014/main" id="{A173C435-FA2F-3B75-7FFE-031F759ADF7E}"/>
              </a:ext>
            </a:extLst>
          </p:cNvPr>
          <p:cNvSpPr>
            <a:spLocks xmlns:a="http://schemas.openxmlformats.org/drawingml/2006/main" noGrp="1"/>
          </p:cNvSpPr>
          <p:nvPr/>
        </p:nvSpPr>
        <p:spPr>
          <a:xfrm xmlns:a="http://schemas.openxmlformats.org/drawingml/2006/main">
            <a:off x="10356838" y="-171451"/>
            <a:ext cx="380997" cy="762000"/>
          </a:xfrm>
          <a:prstGeom xmlns:a="http://schemas.openxmlformats.org/drawingml/2006/main" prst="roundRect">
            <a:avLst>
              <a:gd name="adj" fmla="val 99588"/>
            </a:avLst>
          </a:prstGeom>
          <a:solidFill xmlns:a="http://schemas.openxmlformats.org/drawingml/2006/main">
            <a:srgbClr val="F2F8FF"/>
          </a:solidFill>
        </p:spPr>
        <p:txBody>
          <a:bodyPr xmlns:a="http://schemas.openxmlformats.org/drawingml/2006/main"/>
          <a:lstStyle xmlns:a="http://schemas.openxmlformats.org/drawingml/2006/main"/>
          <a:p xmlns:a="http://schemas.openxmlformats.org/drawingml/2006/main">
            <a:endParaRPr sz="337"/>
          </a:p>
        </p:txBody>
      </p:sp>
      <p:pic>
        <p:nvPicPr>
          <p:cNvPr id="6" name="Billede 5">
            <a:extLst xmlns:a="http://schemas.openxmlformats.org/drawingml/2006/main">
              <a:ext uri="{FF2B5EF4-FFF2-40B4-BE49-F238E27FC236}">
                <a16:creationId xmlns:a16="http://schemas.microsoft.com/office/drawing/2014/main" id="{8B12D8F9-A931-47C7-9F74-772504BE4F5D}"/>
              </a:ext>
            </a:extLst>
          </p:cNvPr>
          <p:cNvPicPr>
            <a:picLocks xmlns:a="http://schemas.openxmlformats.org/drawingml/2006/main" noChangeAspect="1"/>
          </p:cNvPicPr>
          <p:nvPr/>
        </p:nvPicPr>
        <p:blipFill>
          <a:blip xmlns:r="http://schemas.openxmlformats.org/officeDocument/2006/relationships" xmlns:a="http://schemas.openxmlformats.org/drawingml/2006/main" r:embed="R70b78c750c574139"/>
          <a:srcRect xmlns:a="http://schemas.openxmlformats.org/drawingml/2006/main" l="0" t="0" r="0" b="0"/>
          <a:stretch xmlns:a="http://schemas.openxmlformats.org/drawingml/2006/main"/>
        </p:blipFill>
        <p:spPr>
          <a:xfrm xmlns:a="http://schemas.openxmlformats.org/drawingml/2006/main">
            <a:off x="2" y="4054475"/>
            <a:ext cx="12191996" cy="2038349"/>
          </a:xfrm>
          <a:prstGeom xmlns:a="http://schemas.openxmlformats.org/drawingml/2006/main" prst="rect">
            <a:avLst/>
          </a:prstGeom>
        </p:spPr>
      </p:pic>
      <p:pic>
        <p:nvPicPr>
          <p:cNvPr id="7" name="Grafik 6">
            <a:extLst xmlns:a="http://schemas.openxmlformats.org/drawingml/2006/main">
              <a:ext uri="{FF2B5EF4-FFF2-40B4-BE49-F238E27FC236}">
                <a16:creationId xmlns:a16="http://schemas.microsoft.com/office/drawing/2014/main" id="{4C94D172-E479-450B-8E38-59C3C9545D58}"/>
              </a:ext>
            </a:extLst>
          </p:cNvPr>
          <p:cNvPicPr>
            <a:picLocks xmlns:a="http://schemas.openxmlformats.org/drawingml/2006/main" noChangeAspect="1"/>
          </p:cNvPicPr>
          <p:nvPr/>
        </p:nvPicPr>
        <p:blipFill>
          <a:blip xmlns:r="http://schemas.openxmlformats.org/officeDocument/2006/relationships" xmlns:a="http://schemas.openxmlformats.org/drawingml/2006/main" r:embed="Rd3133adb3df645b7">
            <a:extLst>
              <a:ext uri="{96DAC541-7B7A-43D3-8B79-37D633B846F1}">
                <asvg:svgBlip xmlns:asvg="http://schemas.microsoft.com/office/drawing/2016/SVG/main" r:embed="Rccd5b084831a4e26"/>
              </a:ext>
            </a:extLst>
          </a:blip>
          <a:srcRect xmlns:a="http://schemas.openxmlformats.org/drawingml/2006/main" l="0" t="0" r="0" b="0"/>
          <a:stretch xmlns:a="http://schemas.openxmlformats.org/drawingml/2006/main"/>
        </p:blipFill>
        <p:spPr>
          <a:xfrm xmlns:a="http://schemas.openxmlformats.org/drawingml/2006/main">
            <a:off x="654933" y="342901"/>
            <a:ext cx="1133656" cy="207324"/>
          </a:xfrm>
          <a:prstGeom xmlns:a="http://schemas.openxmlformats.org/drawingml/2006/main" prst="rect">
            <a:avLst/>
          </a:prstGeom>
        </p:spPr>
      </p:pic>
    </p:spTree>
  </p:cSld>
</p:sldLayout>
</file>

<file path=ppt/slideLayouts/slideLayout5.xml><?xml version="1.0" encoding="utf-8"?>
<p:sldLayout xmlns:p="http://schemas.openxmlformats.org/presentationml/2006/main" preserve="1" userDrawn="1">
  <p:cSld name="Picture and bulletlist">
    <p:spTree>
      <p:nvGrpSpPr>
        <p:cNvPr id="1" name=""/>
        <p:cNvGrpSpPr/>
        <p:nvPr/>
      </p:nvGrpSpPr>
      <p:grpSpPr>
        <a:xfrm xmlns:a="http://schemas.openxmlformats.org/drawingml/2006/main"/>
      </p:grpSpPr>
      <p:sp>
        <p:nvSpPr>
          <p:cNvPr id="4" name="Shape 8">
            <a:extLst xmlns:a="http://schemas.openxmlformats.org/drawingml/2006/main">
              <a:ext uri="{FF2B5EF4-FFF2-40B4-BE49-F238E27FC236}">
                <a16:creationId xmlns:a16="http://schemas.microsoft.com/office/drawing/2014/main" id="{AC4E2773-FA83-7236-71E0-8D089E1363DD}"/>
              </a:ext>
            </a:extLst>
          </p:cNvPr>
          <p:cNvSpPr>
            <a:spLocks xmlns:a="http://schemas.openxmlformats.org/drawingml/2006/main" noGrp="1"/>
          </p:cNvSpPr>
          <p:nvPr/>
        </p:nvSpPr>
        <p:spPr>
          <a:xfrm xmlns:a="http://schemas.openxmlformats.org/drawingml/2006/main">
            <a:off x="2470138" y="-171451"/>
            <a:ext cx="380997" cy="762000"/>
          </a:xfrm>
          <a:prstGeom xmlns:a="http://schemas.openxmlformats.org/drawingml/2006/main" prst="roundRect">
            <a:avLst>
              <a:gd name="adj" fmla="val 99588"/>
            </a:avLst>
          </a:prstGeom>
          <a:solidFill xmlns:a="http://schemas.openxmlformats.org/drawingml/2006/main">
            <a:srgbClr val="FFC0D7">
              <a:alpha val="100000"/>
            </a:srgbClr>
          </a:solidFill>
        </p:spPr>
        <p:txBody>
          <a:bodyPr xmlns:a="http://schemas.openxmlformats.org/drawingml/2006/main"/>
          <a:lstStyle xmlns:a="http://schemas.openxmlformats.org/drawingml/2006/main"/>
          <a:p xmlns:a="http://schemas.openxmlformats.org/drawingml/2006/main">
            <a:endParaRPr sz="337"/>
          </a:p>
        </p:txBody>
      </p:sp>
      <p:sp>
        <p:nvSpPr>
          <p:cNvPr id="5" name="Pladsholder til tekst 7">
            <a:extLst xmlns:a="http://schemas.openxmlformats.org/drawingml/2006/main">
              <a:ext uri="{FF2B5EF4-FFF2-40B4-BE49-F238E27FC236}">
                <a16:creationId xmlns:a16="http://schemas.microsoft.com/office/drawing/2014/main" id="{F42999B7-58C7-1AA7-F5F3-31AD5899FDD1}"/>
              </a:ext>
            </a:extLst>
          </p:cNvPr>
          <p:cNvSpPr>
            <a:spLocks xmlns:a="http://schemas.openxmlformats.org/drawingml/2006/main" noGrp="1"/>
          </p:cNvSpPr>
          <p:nvPr>
            <p:ph type="body" idx="10" hasCustomPrompt="1"/>
          </p:nvPr>
        </p:nvSpPr>
        <p:spPr>
          <a:xfrm xmlns:a="http://schemas.openxmlformats.org/drawingml/2006/main">
            <a:off x="596897" y="1508541"/>
            <a:ext cx="4539584" cy="592697"/>
          </a:xfrm>
          <a:prstGeom xmlns:a="http://schemas.openxmlformats.org/drawingml/2006/main" prst="rect">
            <a:avLst/>
          </a:prstGeom>
        </p:spPr>
        <p:txBody>
          <a:bodyPr xmlns:a="http://schemas.openxmlformats.org/drawingml/2006/main"/>
          <a:lstStyle xmlns:a="http://schemas.openxmlformats.org/drawingml/2006/main">
            <a:lvl1pPr marL="0" indent="0">
              <a:buNone/>
              <a:defRPr sz="3200" b="1">
                <a:solidFill>
                  <a:srgbClr val="3764E4"/>
                </a:solidFill>
              </a:defRPr>
            </a:lvl1pPr>
          </a:lstStyle>
          <a:p xmlns:a="http://schemas.openxmlformats.org/drawingml/2006/main">
            <a:pPr lvl="0">
              <a:buNone/>
            </a:pPr>
            <a:r>
              <a:t>Headline </a:t>
            </a:r>
            <a:r>
              <a:t>bulletlist</a:t>
            </a:r>
            <a:endParaRPr/>
          </a:p>
        </p:txBody>
      </p:sp>
      <p:sp>
        <p:nvSpPr>
          <p:cNvPr id="6" name="Pladsholder til tekst 9">
            <a:extLst xmlns:a="http://schemas.openxmlformats.org/drawingml/2006/main">
              <a:ext uri="{FF2B5EF4-FFF2-40B4-BE49-F238E27FC236}">
                <a16:creationId xmlns:a16="http://schemas.microsoft.com/office/drawing/2014/main" id="{4910462A-874E-B2B0-9242-E795FE69E963}"/>
              </a:ext>
            </a:extLst>
          </p:cNvPr>
          <p:cNvSpPr>
            <a:spLocks xmlns:a="http://schemas.openxmlformats.org/drawingml/2006/main" noGrp="1"/>
          </p:cNvSpPr>
          <p:nvPr>
            <p:ph type="body" idx="11" hasCustomPrompt="1"/>
          </p:nvPr>
        </p:nvSpPr>
        <p:spPr>
          <a:xfrm xmlns:a="http://schemas.openxmlformats.org/drawingml/2006/main">
            <a:off x="596823" y="2597151"/>
            <a:ext cx="4539584" cy="1422400"/>
          </a:xfrm>
          <a:prstGeom xmlns:a="http://schemas.openxmlformats.org/drawingml/2006/main" prst="rect">
            <a:avLst/>
          </a:prstGeom>
        </p:spPr>
        <p:txBody>
          <a:bodyPr xmlns:a="http://schemas.openxmlformats.org/drawingml/2006/main"/>
          <a:lstStyle xmlns:a="http://schemas.openxmlformats.org/drawingml/2006/main">
            <a:lvl1pPr marL="171446" indent="-171446">
              <a:buSzPct val="60000"/>
              <a:buFontTx/>
              <a:buNone/>
              <a:defRPr>
                <a:latin typeface="+mn-lt"/>
                <a:ea typeface="+mn-lt"/>
                <a:cs typeface="+mn-lt"/>
              </a:defRPr>
            </a:lvl1pPr>
            <a:lvl2pPr marL="457189" indent="-228594">
              <a:buSzPct val="60000"/>
              <a:buFontTx/>
              <a:buNone/>
              <a:defRPr/>
            </a:lvl2pPr>
          </a:lstStyle>
          <a:p xmlns:a="http://schemas.openxmlformats.org/drawingml/2006/main">
            <a:pPr lvl="0">
              <a:buNone/>
            </a:pPr>
            <a:r>
              <a:t>Insert text</a:t>
            </a:r>
          </a:p>
          <a:p xmlns:a="http://schemas.openxmlformats.org/drawingml/2006/main">
            <a:pPr lvl="1">
              <a:buNone/>
            </a:pPr>
            <a:r>
              <a:t>Insert text 2</a:t>
            </a:r>
          </a:p>
          <a:p xmlns:a="http://schemas.openxmlformats.org/drawingml/2006/main">
            <a:pPr lvl="0">
              <a:buNone/>
            </a:pPr>
            <a:endParaRPr/>
          </a:p>
          <a:p xmlns:a="http://schemas.openxmlformats.org/drawingml/2006/main">
            <a:pPr lvl="0">
              <a:buNone/>
            </a:pPr>
            <a:endParaRPr/>
          </a:p>
        </p:txBody>
      </p:sp>
      <p:sp>
        <p:nvSpPr>
          <p:cNvPr id="7" name="Pladsholder til billede 11">
            <a:extLst xmlns:a="http://schemas.openxmlformats.org/drawingml/2006/main">
              <a:ext uri="{FF2B5EF4-FFF2-40B4-BE49-F238E27FC236}">
                <a16:creationId xmlns:a16="http://schemas.microsoft.com/office/drawing/2014/main" id="{74BC7CCD-2B9C-8AB9-9DEF-55E8C4B50DB5}"/>
              </a:ext>
            </a:extLst>
          </p:cNvPr>
          <p:cNvSpPr>
            <a:spLocks xmlns:a="http://schemas.openxmlformats.org/drawingml/2006/main" noGrp="1"/>
          </p:cNvSpPr>
          <p:nvPr>
            <p:ph type="pic" idx="12"/>
          </p:nvPr>
        </p:nvSpPr>
        <p:spPr>
          <a:xfrm xmlns:a="http://schemas.openxmlformats.org/drawingml/2006/main">
            <a:off x="7669727" y="1311690"/>
            <a:ext cx="3295221" cy="4555711"/>
          </a:xfrm>
          <a:prstGeom xmlns:a="http://schemas.openxmlformats.org/drawingml/2006/main" prst="roundRect">
            <a:avLst>
              <a:gd name="adj" fmla="val 50000"/>
            </a:avLst>
          </a:prstGeom>
          <a:solidFill xmlns:a="http://schemas.openxmlformats.org/drawingml/2006/main">
            <a:srgbClr val="FFC0D7"/>
          </a:solidFill>
        </p:spPr>
        <p:txBody>
          <a:bodyPr xmlns:a="http://schemas.openxmlformats.org/drawingml/2006/main"/>
          <a:lstStyle xmlns:a="http://schemas.openxmlformats.org/drawingml/2006/main"/>
          <a:p xmlns:a="http://schemas.openxmlformats.org/drawingml/2006/main">
            <a:endParaRPr/>
          </a:p>
        </p:txBody>
      </p:sp>
      <p:pic>
        <p:nvPicPr>
          <p:cNvPr id="2" name="Image 1">
            <a:extLst xmlns:a="http://schemas.openxmlformats.org/drawingml/2006/main">
              <a:ext uri="{FF2B5EF4-FFF2-40B4-BE49-F238E27FC236}">
                <a16:creationId xmlns:a16="http://schemas.microsoft.com/office/drawing/2014/main" id="{E30C27EE-2205-4DAA-B70D-57AEDFAA0528}"/>
              </a:ext>
            </a:extLst>
          </p:cNvPr>
          <p:cNvPicPr>
            <a:picLocks xmlns:a="http://schemas.openxmlformats.org/drawingml/2006/main" noChangeAspect="1"/>
          </p:cNvPicPr>
          <p:nvPr/>
        </p:nvPicPr>
        <p:blipFill>
          <a:blip xmlns:r="http://schemas.openxmlformats.org/officeDocument/2006/relationships" xmlns:a="http://schemas.openxmlformats.org/drawingml/2006/main" r:embed="R6db0d9d22dc64196">
            <a:extLst>
              <a:ext uri="{96DAC541-7B7A-43D3-8B79-37D633B846F1}">
                <asvg:svgBlip xmlns:asvg="http://schemas.microsoft.com/office/drawing/2016/SVG/main" r:embed="R25051a5c28b64333"/>
              </a:ext>
            </a:extLst>
          </a:blip>
          <a:stretch xmlns:a="http://schemas.openxmlformats.org/drawingml/2006/main">
            <a:fillRect l="0" t="0" r="0" b="0"/>
          </a:stretch>
        </p:blipFill>
        <p:spPr>
          <a:xfrm xmlns:a="http://schemas.openxmlformats.org/drawingml/2006/main">
            <a:off x="596896" y="342900"/>
            <a:ext cx="1110395" cy="203200"/>
          </a:xfrm>
          <a:prstGeom xmlns:a="http://schemas.openxmlformats.org/drawingml/2006/main" prst="rect">
            <a:avLst/>
          </a:prstGeom>
        </p:spPr>
      </p:pic>
    </p:spTree>
  </p:cSld>
</p:sldLayout>
</file>

<file path=ppt/slideLayouts/slideLayout6.xml><?xml version="1.0" encoding="utf-8"?>
<p:sldLayout xmlns:p="http://schemas.openxmlformats.org/presentationml/2006/main" preserve="1" userDrawn="1">
  <p:cSld name="Title slide alternative">
    <p:spTree>
      <p:nvGrpSpPr>
        <p:cNvPr id="1" name=""/>
        <p:cNvGrpSpPr/>
        <p:nvPr/>
      </p:nvGrpSpPr>
      <p:grpSpPr>
        <a:xfrm xmlns:a="http://schemas.openxmlformats.org/drawingml/2006/main"/>
      </p:grpSpPr>
      <p:sp>
        <p:nvSpPr>
          <p:cNvPr id="8" name="Pladsholder til billede 7">
            <a:extLst xmlns:a="http://schemas.openxmlformats.org/drawingml/2006/main">
              <a:ext uri="{FF2B5EF4-FFF2-40B4-BE49-F238E27FC236}">
                <a16:creationId xmlns:a16="http://schemas.microsoft.com/office/drawing/2014/main" id="{D9B90ED2-F03C-09E0-F439-F3051B066670}"/>
              </a:ext>
            </a:extLst>
          </p:cNvPr>
          <p:cNvSpPr>
            <a:spLocks xmlns:a="http://schemas.openxmlformats.org/drawingml/2006/main" noGrp="1"/>
          </p:cNvSpPr>
          <p:nvPr>
            <p:ph type="pic" idx="10"/>
          </p:nvPr>
        </p:nvSpPr>
        <p:spPr>
          <a:xfrm xmlns:a="http://schemas.openxmlformats.org/drawingml/2006/main">
            <a:off x="-2760653" y="926307"/>
            <a:ext cx="9367864" cy="5005388"/>
          </a:xfrm>
          <a:prstGeom xmlns:a="http://schemas.openxmlformats.org/drawingml/2006/main" prst="roundRect">
            <a:avLst>
              <a:gd name="adj" fmla="val 50000"/>
            </a:avLst>
          </a:prstGeom>
          <a:solidFill xmlns:a="http://schemas.openxmlformats.org/drawingml/2006/main">
            <a:srgbClr val="E0D5D5"/>
          </a:solidFill>
        </p:spPr>
        <p:txBody>
          <a:bodyPr xmlns:a="http://schemas.openxmlformats.org/drawingml/2006/main"/>
          <a:lstStyle xmlns:a="http://schemas.openxmlformats.org/drawingml/2006/main"/>
          <a:p xmlns:a="http://schemas.openxmlformats.org/drawingml/2006/main">
            <a:endParaRPr/>
          </a:p>
        </p:txBody>
      </p:sp>
      <p:sp>
        <p:nvSpPr>
          <p:cNvPr id="14" name="Pladsholder til tekst 13">
            <a:extLst xmlns:a="http://schemas.openxmlformats.org/drawingml/2006/main">
              <a:ext uri="{FF2B5EF4-FFF2-40B4-BE49-F238E27FC236}">
                <a16:creationId xmlns:a16="http://schemas.microsoft.com/office/drawing/2014/main" id="{A91C2165-7111-A87D-A009-DB7760485095}"/>
              </a:ext>
            </a:extLst>
          </p:cNvPr>
          <p:cNvSpPr>
            <a:spLocks xmlns:a="http://schemas.openxmlformats.org/drawingml/2006/main" noGrp="1"/>
          </p:cNvSpPr>
          <p:nvPr>
            <p:ph type="body" idx="11"/>
          </p:nvPr>
        </p:nvSpPr>
        <p:spPr>
          <a:xfrm xmlns:a="http://schemas.openxmlformats.org/drawingml/2006/main">
            <a:off x="12192001" y="3188495"/>
            <a:ext cx="457140" cy="4572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lvl="0">
              <a:buNone/>
            </a:pPr>
            <a:r>
              <a:t>Klik for at redigere teksttypografierne i masteren</a:t>
            </a:r>
          </a:p>
          <a:p xmlns:a="http://schemas.openxmlformats.org/drawingml/2006/main">
            <a:pPr lvl="1">
              <a:buNone/>
            </a:pPr>
            <a:r>
              <a:t>Andet niveau</a:t>
            </a:r>
          </a:p>
          <a:p xmlns:a="http://schemas.openxmlformats.org/drawingml/2006/main">
            <a:pPr lvl="2">
              <a:buNone/>
            </a:pPr>
            <a:r>
              <a:t>Tredje niveau</a:t>
            </a:r>
          </a:p>
          <a:p xmlns:a="http://schemas.openxmlformats.org/drawingml/2006/main">
            <a:pPr lvl="3">
              <a:buNone/>
            </a:pPr>
            <a:r>
              <a:t>Fjerde niveau</a:t>
            </a:r>
          </a:p>
          <a:p xmlns:a="http://schemas.openxmlformats.org/drawingml/2006/main">
            <a:pPr lvl="4">
              <a:buNone/>
            </a:pPr>
            <a:r>
              <a:t>Femte niveau</a:t>
            </a:r>
          </a:p>
        </p:txBody>
      </p:sp>
      <p:sp>
        <p:nvSpPr>
          <p:cNvPr id="4" name="Shape 0">
            <a:extLst xmlns:a="http://schemas.openxmlformats.org/drawingml/2006/main">
              <a:ext uri="{FF2B5EF4-FFF2-40B4-BE49-F238E27FC236}">
                <a16:creationId xmlns:a16="http://schemas.microsoft.com/office/drawing/2014/main" id="{B1E02212-79C3-1B27-576B-A72376F8EB4B}"/>
              </a:ext>
            </a:extLst>
          </p:cNvPr>
          <p:cNvSpPr>
            <a:spLocks xmlns:a="http://schemas.openxmlformats.org/drawingml/2006/main" noGrp="1"/>
          </p:cNvSpPr>
          <p:nvPr/>
        </p:nvSpPr>
        <p:spPr>
          <a:xfrm xmlns:a="http://schemas.openxmlformats.org/drawingml/2006/main">
            <a:off x="5946063" y="1262621"/>
            <a:ext cx="4332736" cy="4332759"/>
          </a:xfrm>
          <a:prstGeom xmlns:a="http://schemas.openxmlformats.org/drawingml/2006/main" prst="roundRect">
            <a:avLst>
              <a:gd name="adj" fmla="val 58670"/>
            </a:avLst>
          </a:prstGeom>
          <a:solidFill xmlns:a="http://schemas.openxmlformats.org/drawingml/2006/main">
            <a:srgbClr val="FFC0D7">
              <a:alpha val="100000"/>
            </a:srgbClr>
          </a:solidFill>
        </p:spPr>
        <p:txBody>
          <a:bodyPr xmlns:a="http://schemas.openxmlformats.org/drawingml/2006/main"/>
          <a:lstStyle xmlns:a="http://schemas.openxmlformats.org/drawingml/2006/main"/>
          <a:p xmlns:a="http://schemas.openxmlformats.org/drawingml/2006/main">
            <a:endParaRPr sz="337"/>
          </a:p>
        </p:txBody>
      </p:sp>
      <p:sp>
        <p:nvSpPr>
          <p:cNvPr id="16" name="Pladsholder til tekst 15">
            <a:extLst xmlns:a="http://schemas.openxmlformats.org/drawingml/2006/main">
              <a:ext uri="{FF2B5EF4-FFF2-40B4-BE49-F238E27FC236}">
                <a16:creationId xmlns:a16="http://schemas.microsoft.com/office/drawing/2014/main" id="{6223998C-C4E9-663D-C490-10D7B422FB75}"/>
              </a:ext>
            </a:extLst>
          </p:cNvPr>
          <p:cNvSpPr>
            <a:spLocks xmlns:a="http://schemas.openxmlformats.org/drawingml/2006/main" noGrp="1"/>
          </p:cNvSpPr>
          <p:nvPr>
            <p:ph type="body" idx="12" hasCustomPrompt="1"/>
          </p:nvPr>
        </p:nvSpPr>
        <p:spPr>
          <a:xfrm xmlns:a="http://schemas.openxmlformats.org/drawingml/2006/main">
            <a:off x="6915215" y="2220162"/>
            <a:ext cx="2394432" cy="523081"/>
          </a:xfrm>
          <a:prstGeom xmlns:a="http://schemas.openxmlformats.org/drawingml/2006/main" prst="rect">
            <a:avLst/>
          </a:prstGeom>
        </p:spPr>
        <p:txBody>
          <a:bodyPr xmlns:a="http://schemas.openxmlformats.org/drawingml/2006/main"/>
          <a:lstStyle xmlns:a="http://schemas.openxmlformats.org/drawingml/2006/main">
            <a:lvl1pPr marL="0" indent="0" algn="ctr">
              <a:buNone/>
              <a:defRPr sz="2700" b="1">
                <a:solidFill>
                  <a:srgbClr val="3764E4"/>
                </a:solidFill>
              </a:defRPr>
            </a:lvl1pPr>
          </a:lstStyle>
          <a:p xmlns:a="http://schemas.openxmlformats.org/drawingml/2006/main">
            <a:pPr lvl="0">
              <a:buNone/>
            </a:pPr>
            <a:r>
              <a:t>Headline</a:t>
            </a:r>
            <a:endParaRPr/>
          </a:p>
        </p:txBody>
      </p:sp>
      <p:sp>
        <p:nvSpPr>
          <p:cNvPr id="18" name="Pladsholder til tekst 17">
            <a:extLst xmlns:a="http://schemas.openxmlformats.org/drawingml/2006/main">
              <a:ext uri="{FF2B5EF4-FFF2-40B4-BE49-F238E27FC236}">
                <a16:creationId xmlns:a16="http://schemas.microsoft.com/office/drawing/2014/main" id="{FAF490C4-B5AA-0462-2DC0-6E86A3999F29}"/>
              </a:ext>
            </a:extLst>
          </p:cNvPr>
          <p:cNvSpPr>
            <a:spLocks xmlns:a="http://schemas.openxmlformats.org/drawingml/2006/main" noGrp="1"/>
          </p:cNvSpPr>
          <p:nvPr>
            <p:ph type="body" idx="13" hasCustomPrompt="1"/>
          </p:nvPr>
        </p:nvSpPr>
        <p:spPr>
          <a:xfrm xmlns:a="http://schemas.openxmlformats.org/drawingml/2006/main">
            <a:off x="6571566" y="3188495"/>
            <a:ext cx="3081729" cy="1516063"/>
          </a:xfrm>
          <a:prstGeom xmlns:a="http://schemas.openxmlformats.org/drawingml/2006/main" prst="rect">
            <a:avLst/>
          </a:prstGeom>
        </p:spPr>
        <p:txBody>
          <a:bodyPr xmlns:a="http://schemas.openxmlformats.org/drawingml/2006/main"/>
          <a:lstStyle xmlns:a="http://schemas.openxmlformats.org/drawingml/2006/main">
            <a:lvl1pPr marL="0" indent="0" algn="ctr">
              <a:buNone/>
              <a:defRPr sz="1800"/>
            </a:lvl1pPr>
          </a:lstStyle>
          <a:p xmlns:a="http://schemas.openxmlformats.org/drawingml/2006/main">
            <a:pPr lvl="0">
              <a:buNone/>
            </a:pPr>
            <a:r>
              <a:t>S</a:t>
            </a:r>
            <a:r>
              <a:t>ubheadline</a:t>
            </a:r>
            <a:r>
              <a:t> </a:t>
            </a:r>
            <a:r>
              <a:t>text</a:t>
            </a:r>
            <a:r>
              <a:t> </a:t>
            </a:r>
          </a:p>
        </p:txBody>
      </p:sp>
      <p:pic>
        <p:nvPicPr>
          <p:cNvPr id="19" name="Image 1">
            <a:extLst xmlns:a="http://schemas.openxmlformats.org/drawingml/2006/main">
              <a:ext uri="{FF2B5EF4-FFF2-40B4-BE49-F238E27FC236}">
                <a16:creationId xmlns:a16="http://schemas.microsoft.com/office/drawing/2014/main" id="{9C9B9513-1012-44ED-85A9-EBFEF1FAC9E5}"/>
              </a:ext>
            </a:extLst>
          </p:cNvPr>
          <p:cNvPicPr>
            <a:picLocks xmlns:a="http://schemas.openxmlformats.org/drawingml/2006/main" noChangeAspect="1"/>
          </p:cNvPicPr>
          <p:nvPr/>
        </p:nvPicPr>
        <p:blipFill>
          <a:blip xmlns:r="http://schemas.openxmlformats.org/officeDocument/2006/relationships" xmlns:a="http://schemas.openxmlformats.org/drawingml/2006/main" r:embed="R2286d3ab605643a0">
            <a:extLst>
              <a:ext uri="{96DAC541-7B7A-43D3-8B79-37D633B846F1}">
                <asvg:svgBlip xmlns:asvg="http://schemas.microsoft.com/office/drawing/2016/SVG/main" r:embed="R8f68899ad4444565"/>
              </a:ext>
            </a:extLst>
          </a:blip>
          <a:stretch xmlns:a="http://schemas.openxmlformats.org/drawingml/2006/main">
            <a:fillRect l="0" t="0" r="0" b="0"/>
          </a:stretch>
        </p:blipFill>
        <p:spPr>
          <a:xfrm xmlns:a="http://schemas.openxmlformats.org/drawingml/2006/main">
            <a:off x="596896" y="342900"/>
            <a:ext cx="1110395" cy="203200"/>
          </a:xfrm>
          <a:prstGeom xmlns:a="http://schemas.openxmlformats.org/drawingml/2006/main" prst="rect">
            <a:avLst/>
          </a:prstGeom>
        </p:spPr>
      </p:pic>
    </p:spTree>
  </p:cSld>
</p:sldLayout>
</file>

<file path=ppt/slideLayouts/slideLayout7.xml><?xml version="1.0" encoding="utf-8"?>
<p:sldLayout xmlns:p="http://schemas.openxmlformats.org/presentationml/2006/main" preserve="1" userDrawn="1">
  <p:cSld name="Bulletlist and 2 pictures">
    <p:spTree>
      <p:nvGrpSpPr>
        <p:cNvPr id="1" name=""/>
        <p:cNvGrpSpPr/>
        <p:nvPr/>
      </p:nvGrpSpPr>
      <p:grpSpPr>
        <a:xfrm xmlns:a="http://schemas.openxmlformats.org/drawingml/2006/main"/>
      </p:grpSpPr>
      <p:pic>
        <p:nvPicPr>
          <p:cNvPr id="3" name="Image 0">
            <a:extLst xmlns:a="http://schemas.openxmlformats.org/drawingml/2006/main">
              <a:ext uri="{FF2B5EF4-FFF2-40B4-BE49-F238E27FC236}">
                <a16:creationId xmlns:a16="http://schemas.microsoft.com/office/drawing/2014/main" id="{B7E964AA-79D6-4EC2-973B-25921E1F0A66}"/>
              </a:ext>
            </a:extLst>
          </p:cNvPr>
          <p:cNvPicPr>
            <a:picLocks xmlns:a="http://schemas.openxmlformats.org/drawingml/2006/main" noChangeAspect="1"/>
          </p:cNvPicPr>
          <p:nvPr/>
        </p:nvPicPr>
        <p:blipFill>
          <a:blip xmlns:r="http://schemas.openxmlformats.org/officeDocument/2006/relationships" xmlns:a="http://schemas.openxmlformats.org/drawingml/2006/main" r:embed="R4ebb936a7ab2453c">
            <a:extLst>
              <a:ext uri="{96DAC541-7B7A-43D3-8B79-37D633B846F1}">
                <asvg:svgBlip xmlns:asvg="http://schemas.microsoft.com/office/drawing/2016/SVG/main" r:embed="Rc6dd4150808844a2"/>
              </a:ext>
            </a:extLst>
          </a:blip>
          <a:stretch xmlns:a="http://schemas.openxmlformats.org/drawingml/2006/main">
            <a:fillRect l="0" t="0" r="0" b="0"/>
          </a:stretch>
        </p:blipFill>
        <p:spPr>
          <a:xfrm xmlns:a="http://schemas.openxmlformats.org/drawingml/2006/main">
            <a:off x="596896" y="342900"/>
            <a:ext cx="1110395" cy="203200"/>
          </a:xfrm>
          <a:prstGeom xmlns:a="http://schemas.openxmlformats.org/drawingml/2006/main" prst="rect">
            <a:avLst/>
          </a:prstGeom>
        </p:spPr>
      </p:pic>
      <p:pic>
        <p:nvPicPr>
          <p:cNvPr id="4" name="Image 1">
            <a:extLst xmlns:a="http://schemas.openxmlformats.org/drawingml/2006/main">
              <a:ext uri="{FF2B5EF4-FFF2-40B4-BE49-F238E27FC236}">
                <a16:creationId xmlns:a16="http://schemas.microsoft.com/office/drawing/2014/main" id="{D274230D-0DD1-4419-AD3F-E80A61098604}"/>
              </a:ext>
            </a:extLst>
          </p:cNvPr>
          <p:cNvPicPr>
            <a:picLocks xmlns:a="http://schemas.openxmlformats.org/drawingml/2006/main" noChangeAspect="1"/>
          </p:cNvPicPr>
          <p:nvPr/>
        </p:nvPicPr>
        <p:blipFill>
          <a:blip xmlns:r="http://schemas.openxmlformats.org/officeDocument/2006/relationships" xmlns:a="http://schemas.openxmlformats.org/drawingml/2006/main" r:embed="Rc4807083599f4ded">
            <a:extLst>
              <a:ext uri="{96DAC541-7B7A-43D3-8B79-37D633B846F1}">
                <asvg:svgBlip xmlns:asvg="http://schemas.microsoft.com/office/drawing/2016/SVG/main" r:embed="Rc2e674a17ab84063"/>
              </a:ext>
            </a:extLst>
          </a:blip>
          <a:stretch xmlns:a="http://schemas.openxmlformats.org/drawingml/2006/main">
            <a:fillRect l="0" t="0" r="0" b="0"/>
          </a:stretch>
        </p:blipFill>
        <p:spPr>
          <a:xfrm xmlns:a="http://schemas.openxmlformats.org/drawingml/2006/main">
            <a:off x="0" y="4064001"/>
            <a:ext cx="12191936" cy="2038351"/>
          </a:xfrm>
          <a:prstGeom xmlns:a="http://schemas.openxmlformats.org/drawingml/2006/main" prst="rect">
            <a:avLst/>
          </a:prstGeom>
        </p:spPr>
      </p:pic>
      <p:sp>
        <p:nvSpPr>
          <p:cNvPr id="6" name="Shape 4">
            <a:extLst xmlns:a="http://schemas.openxmlformats.org/drawingml/2006/main">
              <a:ext uri="{FF2B5EF4-FFF2-40B4-BE49-F238E27FC236}">
                <a16:creationId xmlns:a16="http://schemas.microsoft.com/office/drawing/2014/main" id="{573DA855-E276-67E1-824D-85429FA600B0}"/>
              </a:ext>
            </a:extLst>
          </p:cNvPr>
          <p:cNvSpPr>
            <a:spLocks xmlns:a="http://schemas.openxmlformats.org/drawingml/2006/main" noGrp="1"/>
          </p:cNvSpPr>
          <p:nvPr/>
        </p:nvSpPr>
        <p:spPr>
          <a:xfrm xmlns:a="http://schemas.openxmlformats.org/drawingml/2006/main">
            <a:off x="2470138" y="-171451"/>
            <a:ext cx="380997" cy="762000"/>
          </a:xfrm>
          <a:prstGeom xmlns:a="http://schemas.openxmlformats.org/drawingml/2006/main" prst="roundRect">
            <a:avLst>
              <a:gd name="adj" fmla="val 99588"/>
            </a:avLst>
          </a:prstGeom>
          <a:solidFill xmlns:a="http://schemas.openxmlformats.org/drawingml/2006/main">
            <a:srgbClr val="FFC0D7">
              <a:alpha val="100000"/>
            </a:srgbClr>
          </a:solidFill>
        </p:spPr>
        <p:txBody>
          <a:bodyPr xmlns:a="http://schemas.openxmlformats.org/drawingml/2006/main"/>
          <a:lstStyle xmlns:a="http://schemas.openxmlformats.org/drawingml/2006/main"/>
          <a:p xmlns:a="http://schemas.openxmlformats.org/drawingml/2006/main">
            <a:endParaRPr sz="337"/>
          </a:p>
        </p:txBody>
      </p:sp>
      <p:sp>
        <p:nvSpPr>
          <p:cNvPr id="9" name="Ellipse 8">
            <a:extLst xmlns:a="http://schemas.openxmlformats.org/drawingml/2006/main">
              <a:ext uri="{FF2B5EF4-FFF2-40B4-BE49-F238E27FC236}">
                <a16:creationId xmlns:a16="http://schemas.microsoft.com/office/drawing/2014/main" id="{1183B66F-A0A5-9E65-C532-D5F7B3E05E9B}"/>
              </a:ext>
            </a:extLst>
          </p:cNvPr>
          <p:cNvSpPr>
            <a:spLocks xmlns:a="http://schemas.openxmlformats.org/drawingml/2006/main" noGrp="1"/>
          </p:cNvSpPr>
          <p:nvPr/>
        </p:nvSpPr>
        <p:spPr>
          <a:xfrm xmlns:a="http://schemas.openxmlformats.org/drawingml/2006/main">
            <a:off x="9862606" y="4738531"/>
            <a:ext cx="198756" cy="198783"/>
          </a:xfrm>
          <a:prstGeom xmlns:a="http://schemas.openxmlformats.org/drawingml/2006/main" prst="ellipse">
            <a:avLst/>
          </a:prstGeom>
          <a:solidFill xmlns:a="http://schemas.openxmlformats.org/drawingml/2006/main">
            <a:srgbClr val="FFD93B"/>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337"/>
          </a:p>
        </p:txBody>
      </p:sp>
      <p:sp>
        <p:nvSpPr>
          <p:cNvPr id="11" name="Pladsholder til tekst 7">
            <a:extLst xmlns:a="http://schemas.openxmlformats.org/drawingml/2006/main">
              <a:ext uri="{FF2B5EF4-FFF2-40B4-BE49-F238E27FC236}">
                <a16:creationId xmlns:a16="http://schemas.microsoft.com/office/drawing/2014/main" id="{35DC5E20-C8A9-1394-CBFF-E3A3EBCA1EB7}"/>
              </a:ext>
            </a:extLst>
          </p:cNvPr>
          <p:cNvSpPr>
            <a:spLocks xmlns:a="http://schemas.openxmlformats.org/drawingml/2006/main" noGrp="1"/>
          </p:cNvSpPr>
          <p:nvPr>
            <p:ph type="body" idx="10" hasCustomPrompt="1"/>
          </p:nvPr>
        </p:nvSpPr>
        <p:spPr>
          <a:xfrm xmlns:a="http://schemas.openxmlformats.org/drawingml/2006/main">
            <a:off x="596897" y="1508541"/>
            <a:ext cx="4539584" cy="592697"/>
          </a:xfrm>
          <a:prstGeom xmlns:a="http://schemas.openxmlformats.org/drawingml/2006/main" prst="rect">
            <a:avLst/>
          </a:prstGeom>
        </p:spPr>
        <p:txBody>
          <a:bodyPr xmlns:a="http://schemas.openxmlformats.org/drawingml/2006/main"/>
          <a:lstStyle xmlns:a="http://schemas.openxmlformats.org/drawingml/2006/main">
            <a:lvl1pPr marL="0" indent="0">
              <a:buNone/>
              <a:defRPr sz="3200" b="1">
                <a:solidFill>
                  <a:srgbClr val="3764E4"/>
                </a:solidFill>
              </a:defRPr>
            </a:lvl1pPr>
          </a:lstStyle>
          <a:p xmlns:a="http://schemas.openxmlformats.org/drawingml/2006/main">
            <a:pPr lvl="0">
              <a:buNone/>
            </a:pPr>
            <a:r>
              <a:t>Headline</a:t>
            </a:r>
            <a:endParaRPr/>
          </a:p>
        </p:txBody>
      </p:sp>
      <p:sp>
        <p:nvSpPr>
          <p:cNvPr id="14" name="Pladsholder til billede 13">
            <a:extLst xmlns:a="http://schemas.openxmlformats.org/drawingml/2006/main">
              <a:ext uri="{FF2B5EF4-FFF2-40B4-BE49-F238E27FC236}">
                <a16:creationId xmlns:a16="http://schemas.microsoft.com/office/drawing/2014/main" id="{77C61667-5481-70EA-AC05-87A869FC6598}"/>
              </a:ext>
            </a:extLst>
          </p:cNvPr>
          <p:cNvSpPr>
            <a:spLocks xmlns:a="http://schemas.openxmlformats.org/drawingml/2006/main" noGrp="1"/>
          </p:cNvSpPr>
          <p:nvPr>
            <p:ph type="pic" idx="12"/>
          </p:nvPr>
        </p:nvSpPr>
        <p:spPr>
          <a:xfrm xmlns:a="http://schemas.openxmlformats.org/drawingml/2006/main">
            <a:off x="6415371" y="1414256"/>
            <a:ext cx="2633320" cy="3776869"/>
          </a:xfrm>
          <a:prstGeom xmlns:a="http://schemas.openxmlformats.org/drawingml/2006/main" prst="roundRect">
            <a:avLst>
              <a:gd name="adj" fmla="val 50000"/>
            </a:avLst>
          </a:prstGeom>
          <a:solidFill xmlns:a="http://schemas.openxmlformats.org/drawingml/2006/main">
            <a:srgbClr val="E0D5D5"/>
          </a:solidFill>
        </p:spPr>
        <p:txBody>
          <a:bodyPr xmlns:a="http://schemas.openxmlformats.org/drawingml/2006/main"/>
          <a:lstStyle xmlns:a="http://schemas.openxmlformats.org/drawingml/2006/main"/>
          <a:p xmlns:a="http://schemas.openxmlformats.org/drawingml/2006/main">
            <a:endParaRPr/>
          </a:p>
        </p:txBody>
      </p:sp>
      <p:sp>
        <p:nvSpPr>
          <p:cNvPr id="15" name="Pladsholder til billede 13">
            <a:extLst xmlns:a="http://schemas.openxmlformats.org/drawingml/2006/main">
              <a:ext uri="{FF2B5EF4-FFF2-40B4-BE49-F238E27FC236}">
                <a16:creationId xmlns:a16="http://schemas.microsoft.com/office/drawing/2014/main" id="{A4C0A6F3-B1E9-3D11-E6A8-96277693F350}"/>
              </a:ext>
            </a:extLst>
          </p:cNvPr>
          <p:cNvSpPr>
            <a:spLocks xmlns:a="http://schemas.openxmlformats.org/drawingml/2006/main" noGrp="1"/>
          </p:cNvSpPr>
          <p:nvPr>
            <p:ph type="pic" idx="13"/>
          </p:nvPr>
        </p:nvSpPr>
        <p:spPr>
          <a:xfrm xmlns:a="http://schemas.openxmlformats.org/drawingml/2006/main">
            <a:off x="8793715" y="3215555"/>
            <a:ext cx="953164" cy="1721759"/>
          </a:xfrm>
          <a:prstGeom xmlns:a="http://schemas.openxmlformats.org/drawingml/2006/main" prst="roundRect">
            <a:avLst>
              <a:gd name="adj" fmla="val 50000"/>
            </a:avLst>
          </a:prstGeom>
          <a:solidFill xmlns:a="http://schemas.openxmlformats.org/drawingml/2006/main">
            <a:srgbClr val="53CF78"/>
          </a:solidFill>
        </p:spPr>
        <p:txBody>
          <a:bodyPr xmlns:a="http://schemas.openxmlformats.org/drawingml/2006/main"/>
          <a:lstStyle xmlns:a="http://schemas.openxmlformats.org/drawingml/2006/main"/>
          <a:p xmlns:a="http://schemas.openxmlformats.org/drawingml/2006/main">
            <a:endParaRPr/>
          </a:p>
        </p:txBody>
      </p:sp>
      <p:sp>
        <p:nvSpPr>
          <p:cNvPr id="2" name="Pladsholder til tekst 9">
            <a:extLst xmlns:a="http://schemas.openxmlformats.org/drawingml/2006/main">
              <a:ext uri="{FF2B5EF4-FFF2-40B4-BE49-F238E27FC236}">
                <a16:creationId xmlns:a16="http://schemas.microsoft.com/office/drawing/2014/main" id="{59B4FCD6-9B08-69EF-76AA-D6DDFB862965}"/>
              </a:ext>
            </a:extLst>
          </p:cNvPr>
          <p:cNvSpPr>
            <a:spLocks xmlns:a="http://schemas.openxmlformats.org/drawingml/2006/main" noGrp="1"/>
          </p:cNvSpPr>
          <p:nvPr>
            <p:ph type="body" idx="11" hasCustomPrompt="1"/>
          </p:nvPr>
        </p:nvSpPr>
        <p:spPr>
          <a:xfrm xmlns:a="http://schemas.openxmlformats.org/drawingml/2006/main">
            <a:off x="596823" y="2597151"/>
            <a:ext cx="4539584" cy="1422400"/>
          </a:xfrm>
          <a:prstGeom xmlns:a="http://schemas.openxmlformats.org/drawingml/2006/main" prst="rect">
            <a:avLst/>
          </a:prstGeom>
        </p:spPr>
        <p:txBody>
          <a:bodyPr xmlns:a="http://schemas.openxmlformats.org/drawingml/2006/main"/>
          <a:lstStyle xmlns:a="http://schemas.openxmlformats.org/drawingml/2006/main">
            <a:lvl1pPr marL="171446" indent="-171446">
              <a:buSzPct val="60000"/>
              <a:buFontTx/>
              <a:buNone/>
              <a:defRPr>
                <a:latin typeface="+mn-lt"/>
                <a:ea typeface="+mn-lt"/>
                <a:cs typeface="+mn-lt"/>
              </a:defRPr>
            </a:lvl1pPr>
            <a:lvl2pPr marL="457189" indent="-228594">
              <a:buSzPct val="60000"/>
              <a:buFontTx/>
              <a:buNone/>
              <a:defRPr/>
            </a:lvl2pPr>
          </a:lstStyle>
          <a:p xmlns:a="http://schemas.openxmlformats.org/drawingml/2006/main">
            <a:pPr lvl="0">
              <a:buNone/>
            </a:pPr>
            <a:r>
              <a:t>Insert text</a:t>
            </a:r>
          </a:p>
          <a:p xmlns:a="http://schemas.openxmlformats.org/drawingml/2006/main">
            <a:pPr lvl="1">
              <a:buNone/>
            </a:pPr>
            <a:r>
              <a:t>Insert text 2</a:t>
            </a:r>
          </a:p>
          <a:p xmlns:a="http://schemas.openxmlformats.org/drawingml/2006/main">
            <a:pPr lvl="0">
              <a:buNone/>
            </a:pPr>
            <a:endParaRPr/>
          </a:p>
          <a:p xmlns:a="http://schemas.openxmlformats.org/drawingml/2006/main">
            <a:pPr lvl="0">
              <a:buNone/>
            </a:pPr>
            <a:endParaRPr/>
          </a:p>
        </p:txBody>
      </p:sp>
    </p:spTree>
  </p:cSld>
</p:sldLayout>
</file>

<file path=ppt/slideLayouts/slideLayout8.xml><?xml version="1.0" encoding="utf-8"?>
<p:sldLayout xmlns:p="http://schemas.openxmlformats.org/presentationml/2006/main" preserve="1" userDrawn="1">
  <p:cSld name="Relewise timeline">
    <p:spTree>
      <p:nvGrpSpPr>
        <p:cNvPr id="1" name=""/>
        <p:cNvGrpSpPr/>
        <p:nvPr/>
      </p:nvGrpSpPr>
      <p:grpSpPr>
        <a:xfrm xmlns:a="http://schemas.openxmlformats.org/drawingml/2006/main"/>
      </p:grpSpPr>
      <p:pic>
        <p:nvPicPr>
          <p:cNvPr id="3" name="Image 0">
            <a:extLst xmlns:a="http://schemas.openxmlformats.org/drawingml/2006/main">
              <a:ext uri="{FF2B5EF4-FFF2-40B4-BE49-F238E27FC236}">
                <a16:creationId xmlns:a16="http://schemas.microsoft.com/office/drawing/2014/main" id="{3A843B39-E01B-4EB7-A94D-66E94E3CD0ED}"/>
              </a:ext>
            </a:extLst>
          </p:cNvPr>
          <p:cNvPicPr>
            <a:picLocks xmlns:a="http://schemas.openxmlformats.org/drawingml/2006/main" noChangeAspect="1"/>
          </p:cNvPicPr>
          <p:nvPr/>
        </p:nvPicPr>
        <p:blipFill>
          <a:blip xmlns:r="http://schemas.openxmlformats.org/officeDocument/2006/relationships" xmlns:a="http://schemas.openxmlformats.org/drawingml/2006/main" r:embed="R2ef00f68657143ab">
            <a:extLst>
              <a:ext uri="{96DAC541-7B7A-43D3-8B79-37D633B846F1}">
                <asvg:svgBlip xmlns:asvg="http://schemas.microsoft.com/office/drawing/2016/SVG/main" r:embed="Rf69e6ffd46cb45b1"/>
              </a:ext>
            </a:extLst>
          </a:blip>
          <a:stretch xmlns:a="http://schemas.openxmlformats.org/drawingml/2006/main">
            <a:fillRect l="0" t="0" r="0" b="0"/>
          </a:stretch>
        </p:blipFill>
        <p:spPr>
          <a:xfrm xmlns:a="http://schemas.openxmlformats.org/drawingml/2006/main">
            <a:off x="0" y="4064001"/>
            <a:ext cx="12191936" cy="2038351"/>
          </a:xfrm>
          <a:prstGeom xmlns:a="http://schemas.openxmlformats.org/drawingml/2006/main" prst="rect">
            <a:avLst/>
          </a:prstGeom>
        </p:spPr>
      </p:pic>
      <p:pic>
        <p:nvPicPr>
          <p:cNvPr id="4" name="Image 1">
            <a:extLst xmlns:a="http://schemas.openxmlformats.org/drawingml/2006/main">
              <a:ext uri="{FF2B5EF4-FFF2-40B4-BE49-F238E27FC236}">
                <a16:creationId xmlns:a16="http://schemas.microsoft.com/office/drawing/2014/main" id="{736EB59C-1AB0-43BF-BCC1-0C0DDD1BD858}"/>
              </a:ext>
            </a:extLst>
          </p:cNvPr>
          <p:cNvPicPr>
            <a:picLocks xmlns:a="http://schemas.openxmlformats.org/drawingml/2006/main" noChangeAspect="1"/>
          </p:cNvPicPr>
          <p:nvPr/>
        </p:nvPicPr>
        <p:blipFill>
          <a:blip xmlns:r="http://schemas.openxmlformats.org/officeDocument/2006/relationships" xmlns:a="http://schemas.openxmlformats.org/drawingml/2006/main" r:embed="R8ece9577f32a42a3">
            <a:extLst>
              <a:ext uri="{96DAC541-7B7A-43D3-8B79-37D633B846F1}">
                <asvg:svgBlip xmlns:asvg="http://schemas.microsoft.com/office/drawing/2016/SVG/main" r:embed="R99a70a332e404bd2"/>
              </a:ext>
            </a:extLst>
          </a:blip>
          <a:stretch xmlns:a="http://schemas.openxmlformats.org/drawingml/2006/main">
            <a:fillRect l="0" t="0" r="0" b="0"/>
          </a:stretch>
        </p:blipFill>
        <p:spPr>
          <a:xfrm xmlns:a="http://schemas.openxmlformats.org/drawingml/2006/main">
            <a:off x="596896" y="342900"/>
            <a:ext cx="1110395" cy="203200"/>
          </a:xfrm>
          <a:prstGeom xmlns:a="http://schemas.openxmlformats.org/drawingml/2006/main" prst="rect">
            <a:avLst/>
          </a:prstGeom>
        </p:spPr>
      </p:pic>
      <p:sp>
        <p:nvSpPr>
          <p:cNvPr id="6" name="Shape 1">
            <a:extLst xmlns:a="http://schemas.openxmlformats.org/drawingml/2006/main">
              <a:ext uri="{FF2B5EF4-FFF2-40B4-BE49-F238E27FC236}">
                <a16:creationId xmlns:a16="http://schemas.microsoft.com/office/drawing/2014/main" id="{C4100480-D863-CD67-AA5B-E05790A767E4}"/>
              </a:ext>
            </a:extLst>
          </p:cNvPr>
          <p:cNvSpPr>
            <a:spLocks xmlns:a="http://schemas.openxmlformats.org/drawingml/2006/main" noGrp="1"/>
          </p:cNvSpPr>
          <p:nvPr/>
        </p:nvSpPr>
        <p:spPr>
          <a:xfrm xmlns:a="http://schemas.openxmlformats.org/drawingml/2006/main">
            <a:off x="10013899" y="6337300"/>
            <a:ext cx="380997" cy="762000"/>
          </a:xfrm>
          <a:prstGeom xmlns:a="http://schemas.openxmlformats.org/drawingml/2006/main" prst="roundRect">
            <a:avLst>
              <a:gd name="adj" fmla="val 99588"/>
            </a:avLst>
          </a:prstGeom>
          <a:solidFill xmlns:a="http://schemas.openxmlformats.org/drawingml/2006/main">
            <a:srgbClr val="4DD174">
              <a:alpha val="100000"/>
            </a:srgbClr>
          </a:solidFill>
        </p:spPr>
        <p:txBody>
          <a:bodyPr xmlns:a="http://schemas.openxmlformats.org/drawingml/2006/main"/>
          <a:lstStyle xmlns:a="http://schemas.openxmlformats.org/drawingml/2006/main"/>
          <a:p xmlns:a="http://schemas.openxmlformats.org/drawingml/2006/main">
            <a:endParaRPr sz="337"/>
          </a:p>
        </p:txBody>
      </p:sp>
      <p:sp>
        <p:nvSpPr>
          <p:cNvPr id="7" name="Shape 2">
            <a:extLst xmlns:a="http://schemas.openxmlformats.org/drawingml/2006/main">
              <a:ext uri="{FF2B5EF4-FFF2-40B4-BE49-F238E27FC236}">
                <a16:creationId xmlns:a16="http://schemas.microsoft.com/office/drawing/2014/main" id="{5C39286A-CCAB-7DEE-0289-4229899BC33C}"/>
              </a:ext>
            </a:extLst>
          </p:cNvPr>
          <p:cNvSpPr>
            <a:spLocks xmlns:a="http://schemas.openxmlformats.org/drawingml/2006/main" noGrp="1"/>
          </p:cNvSpPr>
          <p:nvPr/>
        </p:nvSpPr>
        <p:spPr>
          <a:xfrm xmlns:a="http://schemas.openxmlformats.org/drawingml/2006/main">
            <a:off x="2470138" y="-171451"/>
            <a:ext cx="380997" cy="762000"/>
          </a:xfrm>
          <a:prstGeom xmlns:a="http://schemas.openxmlformats.org/drawingml/2006/main" prst="roundRect">
            <a:avLst>
              <a:gd name="adj" fmla="val 99588"/>
            </a:avLst>
          </a:prstGeom>
          <a:solidFill xmlns:a="http://schemas.openxmlformats.org/drawingml/2006/main">
            <a:srgbClr val="FFC0D7">
              <a:alpha val="100000"/>
            </a:srgbClr>
          </a:solidFill>
        </p:spPr>
        <p:txBody>
          <a:bodyPr xmlns:a="http://schemas.openxmlformats.org/drawingml/2006/main"/>
          <a:lstStyle xmlns:a="http://schemas.openxmlformats.org/drawingml/2006/main"/>
          <a:p xmlns:a="http://schemas.openxmlformats.org/drawingml/2006/main">
            <a:endParaRPr sz="337"/>
          </a:p>
        </p:txBody>
      </p:sp>
      <p:pic>
        <p:nvPicPr>
          <p:cNvPr id="8" name="Image 2">
            <a:extLst xmlns:a="http://schemas.openxmlformats.org/drawingml/2006/main">
              <a:ext uri="{FF2B5EF4-FFF2-40B4-BE49-F238E27FC236}">
                <a16:creationId xmlns:a16="http://schemas.microsoft.com/office/drawing/2014/main" id="{BAB8360E-9A2A-4D9C-8F54-E803B528F860}"/>
              </a:ext>
            </a:extLst>
          </p:cNvPr>
          <p:cNvPicPr>
            <a:picLocks xmlns:a="http://schemas.openxmlformats.org/drawingml/2006/main" noChangeAspect="1"/>
          </p:cNvPicPr>
          <p:nvPr/>
        </p:nvPicPr>
        <p:blipFill>
          <a:blip xmlns:r="http://schemas.openxmlformats.org/officeDocument/2006/relationships" xmlns:a="http://schemas.openxmlformats.org/drawingml/2006/main" r:embed="R93ad6c65731f4a43">
            <a:extLst>
              <a:ext uri="{96DAC541-7B7A-43D3-8B79-37D633B846F1}">
                <asvg:svgBlip xmlns:asvg="http://schemas.microsoft.com/office/drawing/2016/SVG/main" r:embed="R82e3a8e278d44342"/>
              </a:ext>
            </a:extLst>
          </a:blip>
          <a:stretch xmlns:a="http://schemas.openxmlformats.org/drawingml/2006/main">
            <a:fillRect l="0" t="0" r="0" b="0"/>
          </a:stretch>
        </p:blipFill>
        <p:spPr>
          <a:xfrm xmlns:a="http://schemas.openxmlformats.org/drawingml/2006/main">
            <a:off x="4937110" y="3866437"/>
            <a:ext cx="296628" cy="571451"/>
          </a:xfrm>
          <a:prstGeom xmlns:a="http://schemas.openxmlformats.org/drawingml/2006/main" prst="rect">
            <a:avLst/>
          </a:prstGeom>
        </p:spPr>
      </p:pic>
      <p:pic>
        <p:nvPicPr>
          <p:cNvPr id="9" name="Image 3">
            <a:extLst xmlns:a="http://schemas.openxmlformats.org/drawingml/2006/main">
              <a:ext uri="{FF2B5EF4-FFF2-40B4-BE49-F238E27FC236}">
                <a16:creationId xmlns:a16="http://schemas.microsoft.com/office/drawing/2014/main" id="{B903FD8F-1AD2-4AFF-8077-3ED0171B54EC}"/>
              </a:ext>
            </a:extLst>
          </p:cNvPr>
          <p:cNvPicPr>
            <a:picLocks xmlns:a="http://schemas.openxmlformats.org/drawingml/2006/main" noChangeAspect="1"/>
          </p:cNvPicPr>
          <p:nvPr/>
        </p:nvPicPr>
        <p:blipFill>
          <a:blip xmlns:r="http://schemas.openxmlformats.org/officeDocument/2006/relationships" xmlns:a="http://schemas.openxmlformats.org/drawingml/2006/main" r:embed="Racbd25a7c80a4219">
            <a:extLst>
              <a:ext uri="{96DAC541-7B7A-43D3-8B79-37D633B846F1}">
                <asvg:svgBlip xmlns:asvg="http://schemas.microsoft.com/office/drawing/2016/SVG/main" r:embed="R19604d53195b4080"/>
              </a:ext>
            </a:extLst>
          </a:blip>
          <a:stretch xmlns:a="http://schemas.openxmlformats.org/drawingml/2006/main">
            <a:fillRect l="0" t="0" r="0" b="0"/>
          </a:stretch>
        </p:blipFill>
        <p:spPr>
          <a:xfrm xmlns:a="http://schemas.openxmlformats.org/drawingml/2006/main">
            <a:off x="591977" y="4032735"/>
            <a:ext cx="11007984" cy="532432"/>
          </a:xfrm>
          <a:prstGeom xmlns:a="http://schemas.openxmlformats.org/drawingml/2006/main" prst="rect">
            <a:avLst/>
          </a:prstGeom>
        </p:spPr>
      </p:pic>
      <p:sp>
        <p:nvSpPr>
          <p:cNvPr id="10" name="Shape 3">
            <a:extLst xmlns:a="http://schemas.openxmlformats.org/drawingml/2006/main">
              <a:ext uri="{FF2B5EF4-FFF2-40B4-BE49-F238E27FC236}">
                <a16:creationId xmlns:a16="http://schemas.microsoft.com/office/drawing/2014/main" id="{9F1F49BA-FDAA-CBCC-BA6E-1B95C2141833}"/>
              </a:ext>
            </a:extLst>
          </p:cNvPr>
          <p:cNvSpPr>
            <a:spLocks xmlns:a="http://schemas.openxmlformats.org/drawingml/2006/main" noGrp="1"/>
          </p:cNvSpPr>
          <p:nvPr/>
        </p:nvSpPr>
        <p:spPr>
          <a:xfrm xmlns:a="http://schemas.openxmlformats.org/drawingml/2006/main">
            <a:off x="419098" y="3873500"/>
            <a:ext cx="361948" cy="361951"/>
          </a:xfrm>
          <a:prstGeom xmlns:a="http://schemas.openxmlformats.org/drawingml/2006/main" prst="ellipse">
            <a:avLst/>
          </a:prstGeom>
          <a:solidFill xmlns:a="http://schemas.openxmlformats.org/drawingml/2006/main">
            <a:srgbClr val="FFD93B">
              <a:alpha val="100000"/>
            </a:srgbClr>
          </a:solidFill>
        </p:spPr>
        <p:txBody>
          <a:bodyPr xmlns:a="http://schemas.openxmlformats.org/drawingml/2006/main"/>
          <a:lstStyle xmlns:a="http://schemas.openxmlformats.org/drawingml/2006/main"/>
          <a:p xmlns:a="http://schemas.openxmlformats.org/drawingml/2006/main">
            <a:endParaRPr sz="337"/>
          </a:p>
        </p:txBody>
      </p:sp>
      <p:sp>
        <p:nvSpPr>
          <p:cNvPr id="11" name="Shape 4">
            <a:extLst xmlns:a="http://schemas.openxmlformats.org/drawingml/2006/main">
              <a:ext uri="{FF2B5EF4-FFF2-40B4-BE49-F238E27FC236}">
                <a16:creationId xmlns:a16="http://schemas.microsoft.com/office/drawing/2014/main" id="{3AD9B441-19E4-2396-2997-16FFC8F85086}"/>
              </a:ext>
            </a:extLst>
          </p:cNvPr>
          <p:cNvSpPr>
            <a:spLocks xmlns:a="http://schemas.openxmlformats.org/drawingml/2006/main" noGrp="1"/>
          </p:cNvSpPr>
          <p:nvPr/>
        </p:nvSpPr>
        <p:spPr>
          <a:xfrm xmlns:a="http://schemas.openxmlformats.org/drawingml/2006/main">
            <a:off x="1987540" y="2749549"/>
            <a:ext cx="1289043" cy="1289051"/>
          </a:xfrm>
          <a:prstGeom xmlns:a="http://schemas.openxmlformats.org/drawingml/2006/main" prst="ellipse">
            <a:avLst/>
          </a:prstGeom>
          <a:solidFill xmlns:a="http://schemas.openxmlformats.org/drawingml/2006/main">
            <a:srgbClr val="FFD93B">
              <a:alpha val="100000"/>
            </a:srgbClr>
          </a:solidFill>
        </p:spPr>
        <p:txBody>
          <a:bodyPr xmlns:a="http://schemas.openxmlformats.org/drawingml/2006/main"/>
          <a:lstStyle xmlns:a="http://schemas.openxmlformats.org/drawingml/2006/main"/>
          <a:p xmlns:a="http://schemas.openxmlformats.org/drawingml/2006/main">
            <a:endParaRPr sz="337"/>
          </a:p>
        </p:txBody>
      </p:sp>
      <p:sp>
        <p:nvSpPr>
          <p:cNvPr id="12" name="Shape 5">
            <a:extLst xmlns:a="http://schemas.openxmlformats.org/drawingml/2006/main">
              <a:ext uri="{FF2B5EF4-FFF2-40B4-BE49-F238E27FC236}">
                <a16:creationId xmlns:a16="http://schemas.microsoft.com/office/drawing/2014/main" id="{5582D3C1-0470-B4B8-966A-BC7D3083C230}"/>
              </a:ext>
            </a:extLst>
          </p:cNvPr>
          <p:cNvSpPr>
            <a:spLocks xmlns:a="http://schemas.openxmlformats.org/drawingml/2006/main" noGrp="1"/>
          </p:cNvSpPr>
          <p:nvPr/>
        </p:nvSpPr>
        <p:spPr>
          <a:xfrm xmlns:a="http://schemas.openxmlformats.org/drawingml/2006/main">
            <a:off x="4317979" y="2806700"/>
            <a:ext cx="1289043" cy="1289051"/>
          </a:xfrm>
          <a:prstGeom xmlns:a="http://schemas.openxmlformats.org/drawingml/2006/main" prst="ellipse">
            <a:avLst/>
          </a:prstGeom>
          <a:solidFill xmlns:a="http://schemas.openxmlformats.org/drawingml/2006/main">
            <a:srgbClr val="FFD93B">
              <a:alpha val="100000"/>
            </a:srgbClr>
          </a:solidFill>
        </p:spPr>
        <p:txBody>
          <a:bodyPr xmlns:a="http://schemas.openxmlformats.org/drawingml/2006/main"/>
          <a:lstStyle xmlns:a="http://schemas.openxmlformats.org/drawingml/2006/main"/>
          <a:p xmlns:a="http://schemas.openxmlformats.org/drawingml/2006/main">
            <a:endParaRPr sz="337"/>
          </a:p>
        </p:txBody>
      </p:sp>
      <p:sp>
        <p:nvSpPr>
          <p:cNvPr id="13" name="Shape 6">
            <a:extLst xmlns:a="http://schemas.openxmlformats.org/drawingml/2006/main">
              <a:ext uri="{FF2B5EF4-FFF2-40B4-BE49-F238E27FC236}">
                <a16:creationId xmlns:a16="http://schemas.microsoft.com/office/drawing/2014/main" id="{A083DA2A-17B5-7C06-9280-6B7809BD83D1}"/>
              </a:ext>
            </a:extLst>
          </p:cNvPr>
          <p:cNvSpPr>
            <a:spLocks xmlns:a="http://schemas.openxmlformats.org/drawingml/2006/main" noGrp="1"/>
          </p:cNvSpPr>
          <p:nvPr/>
        </p:nvSpPr>
        <p:spPr>
          <a:xfrm xmlns:a="http://schemas.openxmlformats.org/drawingml/2006/main">
            <a:off x="6781765" y="2457449"/>
            <a:ext cx="1289043" cy="1289051"/>
          </a:xfrm>
          <a:prstGeom xmlns:a="http://schemas.openxmlformats.org/drawingml/2006/main" prst="ellipse">
            <a:avLst/>
          </a:prstGeom>
          <a:solidFill xmlns:a="http://schemas.openxmlformats.org/drawingml/2006/main">
            <a:srgbClr val="FFD93B">
              <a:alpha val="100000"/>
            </a:srgbClr>
          </a:solidFill>
        </p:spPr>
        <p:txBody>
          <a:bodyPr xmlns:a="http://schemas.openxmlformats.org/drawingml/2006/main"/>
          <a:lstStyle xmlns:a="http://schemas.openxmlformats.org/drawingml/2006/main"/>
          <a:p xmlns:a="http://schemas.openxmlformats.org/drawingml/2006/main">
            <a:endParaRPr sz="337"/>
          </a:p>
        </p:txBody>
      </p:sp>
      <p:sp>
        <p:nvSpPr>
          <p:cNvPr id="14" name="Shape 7">
            <a:extLst xmlns:a="http://schemas.openxmlformats.org/drawingml/2006/main">
              <a:ext uri="{FF2B5EF4-FFF2-40B4-BE49-F238E27FC236}">
                <a16:creationId xmlns:a16="http://schemas.microsoft.com/office/drawing/2014/main" id="{51457A2F-0D62-1556-652B-5D92355C98C1}"/>
              </a:ext>
            </a:extLst>
          </p:cNvPr>
          <p:cNvSpPr>
            <a:spLocks xmlns:a="http://schemas.openxmlformats.org/drawingml/2006/main" noGrp="1"/>
          </p:cNvSpPr>
          <p:nvPr/>
        </p:nvSpPr>
        <p:spPr>
          <a:xfrm xmlns:a="http://schemas.openxmlformats.org/drawingml/2006/main">
            <a:off x="9118553" y="2463800"/>
            <a:ext cx="1289043" cy="1289051"/>
          </a:xfrm>
          <a:prstGeom xmlns:a="http://schemas.openxmlformats.org/drawingml/2006/main" prst="ellipse">
            <a:avLst/>
          </a:prstGeom>
          <a:solidFill xmlns:a="http://schemas.openxmlformats.org/drawingml/2006/main">
            <a:srgbClr val="FFD93B">
              <a:alpha val="100000"/>
            </a:srgbClr>
          </a:solidFill>
        </p:spPr>
        <p:txBody>
          <a:bodyPr xmlns:a="http://schemas.openxmlformats.org/drawingml/2006/main"/>
          <a:lstStyle xmlns:a="http://schemas.openxmlformats.org/drawingml/2006/main"/>
          <a:p xmlns:a="http://schemas.openxmlformats.org/drawingml/2006/main">
            <a:endParaRPr sz="337"/>
          </a:p>
        </p:txBody>
      </p:sp>
      <p:sp>
        <p:nvSpPr>
          <p:cNvPr id="15" name="Shape 8">
            <a:extLst xmlns:a="http://schemas.openxmlformats.org/drawingml/2006/main">
              <a:ext uri="{FF2B5EF4-FFF2-40B4-BE49-F238E27FC236}">
                <a16:creationId xmlns:a16="http://schemas.microsoft.com/office/drawing/2014/main" id="{349266F6-BF3C-51C1-872C-DE562BF5BC9B}"/>
              </a:ext>
            </a:extLst>
          </p:cNvPr>
          <p:cNvSpPr>
            <a:spLocks xmlns:a="http://schemas.openxmlformats.org/drawingml/2006/main" noGrp="1"/>
          </p:cNvSpPr>
          <p:nvPr/>
        </p:nvSpPr>
        <p:spPr>
          <a:xfrm xmlns:a="http://schemas.openxmlformats.org/drawingml/2006/main">
            <a:off x="11410891" y="4356101"/>
            <a:ext cx="361948" cy="361951"/>
          </a:xfrm>
          <a:prstGeom xmlns:a="http://schemas.openxmlformats.org/drawingml/2006/main" prst="ellipse">
            <a:avLst/>
          </a:prstGeom>
          <a:solidFill xmlns:a="http://schemas.openxmlformats.org/drawingml/2006/main">
            <a:srgbClr val="FFD93B">
              <a:alpha val="100000"/>
            </a:srgbClr>
          </a:solidFill>
        </p:spPr>
        <p:txBody>
          <a:bodyPr xmlns:a="http://schemas.openxmlformats.org/drawingml/2006/main"/>
          <a:lstStyle xmlns:a="http://schemas.openxmlformats.org/drawingml/2006/main"/>
          <a:p xmlns:a="http://schemas.openxmlformats.org/drawingml/2006/main">
            <a:endParaRPr sz="337"/>
          </a:p>
        </p:txBody>
      </p:sp>
      <p:pic>
        <p:nvPicPr>
          <p:cNvPr id="16" name="Image 4">
            <a:extLst xmlns:a="http://schemas.openxmlformats.org/drawingml/2006/main">
              <a:ext uri="{FF2B5EF4-FFF2-40B4-BE49-F238E27FC236}">
                <a16:creationId xmlns:a16="http://schemas.microsoft.com/office/drawing/2014/main" id="{9391F3F9-F970-4AAA-BD2D-993F9E8513AB}"/>
              </a:ext>
            </a:extLst>
          </p:cNvPr>
          <p:cNvPicPr>
            <a:picLocks xmlns:a="http://schemas.openxmlformats.org/drawingml/2006/main" noChangeAspect="1"/>
          </p:cNvPicPr>
          <p:nvPr/>
        </p:nvPicPr>
        <p:blipFill>
          <a:blip xmlns:r="http://schemas.openxmlformats.org/officeDocument/2006/relationships" xmlns:a="http://schemas.openxmlformats.org/drawingml/2006/main" r:embed="R0a6fe8e435d44685">
            <a:extLst>
              <a:ext uri="{96DAC541-7B7A-43D3-8B79-37D633B846F1}">
                <asvg:svgBlip xmlns:asvg="http://schemas.microsoft.com/office/drawing/2016/SVG/main" r:embed="R3e4758385b82419c"/>
              </a:ext>
            </a:extLst>
          </a:blip>
          <a:stretch xmlns:a="http://schemas.openxmlformats.org/drawingml/2006/main">
            <a:fillRect l="0" t="0" r="0" b="0"/>
          </a:stretch>
        </p:blipFill>
        <p:spPr>
          <a:xfrm xmlns:a="http://schemas.openxmlformats.org/drawingml/2006/main">
            <a:off x="2321941" y="3978276"/>
            <a:ext cx="335520" cy="420656"/>
          </a:xfrm>
          <a:prstGeom xmlns:a="http://schemas.openxmlformats.org/drawingml/2006/main" prst="rect">
            <a:avLst/>
          </a:prstGeom>
        </p:spPr>
      </p:pic>
      <p:pic>
        <p:nvPicPr>
          <p:cNvPr id="17" name="Image 5">
            <a:extLst xmlns:a="http://schemas.openxmlformats.org/drawingml/2006/main">
              <a:ext uri="{FF2B5EF4-FFF2-40B4-BE49-F238E27FC236}">
                <a16:creationId xmlns:a16="http://schemas.microsoft.com/office/drawing/2014/main" id="{7BD96CFE-6619-4B80-8187-421099B26521}"/>
              </a:ext>
            </a:extLst>
          </p:cNvPr>
          <p:cNvPicPr>
            <a:picLocks xmlns:a="http://schemas.openxmlformats.org/drawingml/2006/main" noChangeAspect="1"/>
          </p:cNvPicPr>
          <p:nvPr/>
        </p:nvPicPr>
        <p:blipFill>
          <a:blip xmlns:r="http://schemas.openxmlformats.org/officeDocument/2006/relationships" xmlns:a="http://schemas.openxmlformats.org/drawingml/2006/main" r:embed="R21ecb1e451cb48be">
            <a:extLst>
              <a:ext uri="{96DAC541-7B7A-43D3-8B79-37D633B846F1}">
                <asvg:svgBlip xmlns:asvg="http://schemas.microsoft.com/office/drawing/2016/SVG/main" r:embed="Ra648fdce2a4a41eb"/>
              </a:ext>
            </a:extLst>
          </a:blip>
          <a:stretch xmlns:a="http://schemas.openxmlformats.org/drawingml/2006/main">
            <a:fillRect l="0" t="0" r="0" b="0"/>
          </a:stretch>
        </p:blipFill>
        <p:spPr>
          <a:xfrm xmlns:a="http://schemas.openxmlformats.org/drawingml/2006/main">
            <a:off x="7197393" y="3605939"/>
            <a:ext cx="232216" cy="565063"/>
          </a:xfrm>
          <a:prstGeom xmlns:a="http://schemas.openxmlformats.org/drawingml/2006/main" prst="rect">
            <a:avLst/>
          </a:prstGeom>
        </p:spPr>
      </p:pic>
      <p:pic>
        <p:nvPicPr>
          <p:cNvPr id="18" name="Image 6">
            <a:extLst xmlns:a="http://schemas.openxmlformats.org/drawingml/2006/main">
              <a:ext uri="{FF2B5EF4-FFF2-40B4-BE49-F238E27FC236}">
                <a16:creationId xmlns:a16="http://schemas.microsoft.com/office/drawing/2014/main" id="{11AB0F20-F0F2-416A-B3EA-C88EF2D3661A}"/>
              </a:ext>
            </a:extLst>
          </p:cNvPr>
          <p:cNvPicPr>
            <a:picLocks xmlns:a="http://schemas.openxmlformats.org/drawingml/2006/main" noChangeAspect="1"/>
          </p:cNvPicPr>
          <p:nvPr/>
        </p:nvPicPr>
        <p:blipFill>
          <a:blip xmlns:r="http://schemas.openxmlformats.org/officeDocument/2006/relationships" xmlns:a="http://schemas.openxmlformats.org/drawingml/2006/main" r:embed="Ra7b18f7e47d14279">
            <a:extLst>
              <a:ext uri="{96DAC541-7B7A-43D3-8B79-37D633B846F1}">
                <asvg:svgBlip xmlns:asvg="http://schemas.microsoft.com/office/drawing/2016/SVG/main" r:embed="Rb45139cef27841b7"/>
              </a:ext>
            </a:extLst>
          </a:blip>
          <a:stretch xmlns:a="http://schemas.openxmlformats.org/drawingml/2006/main">
            <a:fillRect l="0" t="0" r="0" b="0"/>
          </a:stretch>
        </p:blipFill>
        <p:spPr>
          <a:xfrm xmlns:a="http://schemas.openxmlformats.org/drawingml/2006/main">
            <a:off x="9740849" y="3544746"/>
            <a:ext cx="76200" cy="655513"/>
          </a:xfrm>
          <a:prstGeom xmlns:a="http://schemas.openxmlformats.org/drawingml/2006/main" prst="rect">
            <a:avLst/>
          </a:prstGeom>
        </p:spPr>
      </p:pic>
      <p:sp>
        <p:nvSpPr>
          <p:cNvPr id="27" name="Pladsholder til tekst 15">
            <a:extLst xmlns:a="http://schemas.openxmlformats.org/drawingml/2006/main">
              <a:ext uri="{FF2B5EF4-FFF2-40B4-BE49-F238E27FC236}">
                <a16:creationId xmlns:a16="http://schemas.microsoft.com/office/drawing/2014/main" id="{3D035EA6-7CAA-DF27-2FC0-6CAD8A11B8C8}"/>
              </a:ext>
            </a:extLst>
          </p:cNvPr>
          <p:cNvSpPr>
            <a:spLocks xmlns:a="http://schemas.openxmlformats.org/drawingml/2006/main" noGrp="1"/>
          </p:cNvSpPr>
          <p:nvPr>
            <p:ph type="body" idx="11" hasCustomPrompt="1"/>
          </p:nvPr>
        </p:nvSpPr>
        <p:spPr>
          <a:xfrm xmlns:a="http://schemas.openxmlformats.org/drawingml/2006/main">
            <a:off x="600072" y="1507729"/>
            <a:ext cx="3053877" cy="497681"/>
          </a:xfrm>
          <a:prstGeom xmlns:a="http://schemas.openxmlformats.org/drawingml/2006/main" prst="rect">
            <a:avLst/>
          </a:prstGeom>
        </p:spPr>
        <p:txBody>
          <a:bodyPr xmlns:a="http://schemas.openxmlformats.org/drawingml/2006/main"/>
          <a:lstStyle xmlns:a="http://schemas.openxmlformats.org/drawingml/2006/main">
            <a:lvl1pPr marL="0" indent="0" algn="l">
              <a:buNone/>
              <a:defRPr sz="3300" b="1">
                <a:solidFill>
                  <a:srgbClr val="3764E4"/>
                </a:solidFill>
              </a:defRPr>
            </a:lvl1pPr>
          </a:lstStyle>
          <a:p xmlns:a="http://schemas.openxmlformats.org/drawingml/2006/main">
            <a:pPr lvl="0">
              <a:buNone/>
            </a:pPr>
            <a:r>
              <a:t>Headline</a:t>
            </a:r>
            <a:endParaRPr/>
          </a:p>
        </p:txBody>
      </p:sp>
      <p:sp>
        <p:nvSpPr>
          <p:cNvPr id="29" name="Pladsholder til tekst 28">
            <a:extLst xmlns:a="http://schemas.openxmlformats.org/drawingml/2006/main">
              <a:ext uri="{FF2B5EF4-FFF2-40B4-BE49-F238E27FC236}">
                <a16:creationId xmlns:a16="http://schemas.microsoft.com/office/drawing/2014/main" id="{CF1239D0-1332-000E-6774-8FE161E2F90A}"/>
              </a:ext>
            </a:extLst>
          </p:cNvPr>
          <p:cNvSpPr>
            <a:spLocks xmlns:a="http://schemas.openxmlformats.org/drawingml/2006/main" noGrp="1"/>
          </p:cNvSpPr>
          <p:nvPr>
            <p:ph type="body" idx="12" hasCustomPrompt="1"/>
          </p:nvPr>
        </p:nvSpPr>
        <p:spPr>
          <a:xfrm xmlns:a="http://schemas.openxmlformats.org/drawingml/2006/main">
            <a:off x="1550383" y="2873375"/>
            <a:ext cx="2214157" cy="457200"/>
          </a:xfrm>
          <a:prstGeom xmlns:a="http://schemas.openxmlformats.org/drawingml/2006/main" prst="rect">
            <a:avLst/>
          </a:prstGeom>
        </p:spPr>
        <p:txBody>
          <a:bodyPr xmlns:a="http://schemas.openxmlformats.org/drawingml/2006/main"/>
          <a:lstStyle xmlns:a="http://schemas.openxmlformats.org/drawingml/2006/main">
            <a:lvl1pPr marL="0" indent="0" algn="ctr">
              <a:buNone/>
              <a:defRPr sz="2000" b="1">
                <a:solidFill>
                  <a:srgbClr val="3764E4"/>
                </a:solidFill>
              </a:defRPr>
            </a:lvl1pPr>
          </a:lstStyle>
          <a:p xmlns:a="http://schemas.openxmlformats.org/drawingml/2006/main">
            <a:pPr lvl="0">
              <a:buNone/>
            </a:pPr>
            <a:r>
              <a:t>Punkt</a:t>
            </a:r>
            <a:r>
              <a:t> 1</a:t>
            </a:r>
            <a:endParaRPr/>
          </a:p>
        </p:txBody>
      </p:sp>
      <p:sp>
        <p:nvSpPr>
          <p:cNvPr id="31" name="Pladsholder til tekst 30">
            <a:extLst xmlns:a="http://schemas.openxmlformats.org/drawingml/2006/main">
              <a:ext uri="{FF2B5EF4-FFF2-40B4-BE49-F238E27FC236}">
                <a16:creationId xmlns:a16="http://schemas.microsoft.com/office/drawing/2014/main" id="{19498DD8-5462-DA1F-FB0C-2C3D3CB985F3}"/>
              </a:ext>
            </a:extLst>
          </p:cNvPr>
          <p:cNvSpPr>
            <a:spLocks xmlns:a="http://schemas.openxmlformats.org/drawingml/2006/main" noGrp="1"/>
          </p:cNvSpPr>
          <p:nvPr>
            <p:ph type="body" idx="13" hasCustomPrompt="1"/>
          </p:nvPr>
        </p:nvSpPr>
        <p:spPr>
          <a:xfrm xmlns:a="http://schemas.openxmlformats.org/drawingml/2006/main">
            <a:off x="1684054" y="3544889"/>
            <a:ext cx="1946815" cy="488156"/>
          </a:xfrm>
          <a:prstGeom xmlns:a="http://schemas.openxmlformats.org/drawingml/2006/main" prst="rect">
            <a:avLst/>
          </a:prstGeom>
        </p:spPr>
        <p:txBody>
          <a:bodyPr xmlns:a="http://schemas.openxmlformats.org/drawingml/2006/main"/>
          <a:lstStyle xmlns:a="http://schemas.openxmlformats.org/drawingml/2006/main">
            <a:lvl1pPr marL="0" indent="0" algn="ctr">
              <a:buNone/>
              <a:defRPr sz="1200"/>
            </a:lvl1pPr>
          </a:lstStyle>
          <a:p xmlns:a="http://schemas.openxmlformats.org/drawingml/2006/main">
            <a:pPr lvl="0">
              <a:buNone/>
            </a:pPr>
            <a:r>
              <a:t>Subtext</a:t>
            </a:r>
            <a:endParaRPr/>
          </a:p>
        </p:txBody>
      </p:sp>
      <p:sp>
        <p:nvSpPr>
          <p:cNvPr id="32" name="Pladsholder til tekst 28">
            <a:extLst xmlns:a="http://schemas.openxmlformats.org/drawingml/2006/main">
              <a:ext uri="{FF2B5EF4-FFF2-40B4-BE49-F238E27FC236}">
                <a16:creationId xmlns:a16="http://schemas.microsoft.com/office/drawing/2014/main" id="{0787637A-78ED-6C05-DF1A-E714A91DF5A6}"/>
              </a:ext>
            </a:extLst>
          </p:cNvPr>
          <p:cNvSpPr>
            <a:spLocks xmlns:a="http://schemas.openxmlformats.org/drawingml/2006/main" noGrp="1"/>
          </p:cNvSpPr>
          <p:nvPr>
            <p:ph type="body" idx="14" hasCustomPrompt="1"/>
          </p:nvPr>
        </p:nvSpPr>
        <p:spPr>
          <a:xfrm xmlns:a="http://schemas.openxmlformats.org/drawingml/2006/main">
            <a:off x="3899468" y="2978387"/>
            <a:ext cx="2214157" cy="457200"/>
          </a:xfrm>
          <a:prstGeom xmlns:a="http://schemas.openxmlformats.org/drawingml/2006/main" prst="rect">
            <a:avLst/>
          </a:prstGeom>
        </p:spPr>
        <p:txBody>
          <a:bodyPr xmlns:a="http://schemas.openxmlformats.org/drawingml/2006/main"/>
          <a:lstStyle xmlns:a="http://schemas.openxmlformats.org/drawingml/2006/main">
            <a:lvl1pPr marL="0" indent="0" algn="ctr">
              <a:buNone/>
              <a:defRPr sz="2000" b="1">
                <a:solidFill>
                  <a:srgbClr val="3764E4"/>
                </a:solidFill>
              </a:defRPr>
            </a:lvl1pPr>
          </a:lstStyle>
          <a:p xmlns:a="http://schemas.openxmlformats.org/drawingml/2006/main">
            <a:pPr lvl="0">
              <a:buNone/>
            </a:pPr>
            <a:r>
              <a:t>Punkt</a:t>
            </a:r>
            <a:r>
              <a:t> 2</a:t>
            </a:r>
            <a:endParaRPr/>
          </a:p>
        </p:txBody>
      </p:sp>
      <p:sp>
        <p:nvSpPr>
          <p:cNvPr id="33" name="Pladsholder til tekst 30">
            <a:extLst xmlns:a="http://schemas.openxmlformats.org/drawingml/2006/main">
              <a:ext uri="{FF2B5EF4-FFF2-40B4-BE49-F238E27FC236}">
                <a16:creationId xmlns:a16="http://schemas.microsoft.com/office/drawing/2014/main" id="{C63C012E-3137-64AD-53AB-AA2B7903F98A}"/>
              </a:ext>
            </a:extLst>
          </p:cNvPr>
          <p:cNvSpPr>
            <a:spLocks xmlns:a="http://schemas.openxmlformats.org/drawingml/2006/main" noGrp="1"/>
          </p:cNvSpPr>
          <p:nvPr>
            <p:ph type="body" idx="15" hasCustomPrompt="1"/>
          </p:nvPr>
        </p:nvSpPr>
        <p:spPr>
          <a:xfrm xmlns:a="http://schemas.openxmlformats.org/drawingml/2006/main">
            <a:off x="4033141" y="3649899"/>
            <a:ext cx="1946815" cy="488156"/>
          </a:xfrm>
          <a:prstGeom xmlns:a="http://schemas.openxmlformats.org/drawingml/2006/main" prst="rect">
            <a:avLst/>
          </a:prstGeom>
        </p:spPr>
        <p:txBody>
          <a:bodyPr xmlns:a="http://schemas.openxmlformats.org/drawingml/2006/main"/>
          <a:lstStyle xmlns:a="http://schemas.openxmlformats.org/drawingml/2006/main">
            <a:lvl1pPr marL="0" indent="0" algn="ctr">
              <a:buNone/>
              <a:defRPr sz="1200"/>
            </a:lvl1pPr>
          </a:lstStyle>
          <a:p xmlns:a="http://schemas.openxmlformats.org/drawingml/2006/main">
            <a:pPr lvl="0">
              <a:buNone/>
            </a:pPr>
            <a:r>
              <a:t>Subtext</a:t>
            </a:r>
            <a:endParaRPr/>
          </a:p>
        </p:txBody>
      </p:sp>
      <p:sp>
        <p:nvSpPr>
          <p:cNvPr id="34" name="Pladsholder til tekst 28">
            <a:extLst xmlns:a="http://schemas.openxmlformats.org/drawingml/2006/main">
              <a:ext uri="{FF2B5EF4-FFF2-40B4-BE49-F238E27FC236}">
                <a16:creationId xmlns:a16="http://schemas.microsoft.com/office/drawing/2014/main" id="{0968F171-0B8A-95F5-1EA9-2F4DCC768165}"/>
              </a:ext>
            </a:extLst>
          </p:cNvPr>
          <p:cNvSpPr>
            <a:spLocks xmlns:a="http://schemas.openxmlformats.org/drawingml/2006/main" noGrp="1"/>
          </p:cNvSpPr>
          <p:nvPr>
            <p:ph type="body" idx="16" hasCustomPrompt="1"/>
          </p:nvPr>
        </p:nvSpPr>
        <p:spPr>
          <a:xfrm xmlns:a="http://schemas.openxmlformats.org/drawingml/2006/main">
            <a:off x="6371072" y="2578100"/>
            <a:ext cx="2214157" cy="457200"/>
          </a:xfrm>
          <a:prstGeom xmlns:a="http://schemas.openxmlformats.org/drawingml/2006/main" prst="rect">
            <a:avLst/>
          </a:prstGeom>
        </p:spPr>
        <p:txBody>
          <a:bodyPr xmlns:a="http://schemas.openxmlformats.org/drawingml/2006/main"/>
          <a:lstStyle xmlns:a="http://schemas.openxmlformats.org/drawingml/2006/main">
            <a:lvl1pPr marL="0" indent="0" algn="ctr">
              <a:buNone/>
              <a:defRPr sz="2000" b="1">
                <a:solidFill>
                  <a:srgbClr val="3764E4"/>
                </a:solidFill>
              </a:defRPr>
            </a:lvl1pPr>
          </a:lstStyle>
          <a:p xmlns:a="http://schemas.openxmlformats.org/drawingml/2006/main">
            <a:pPr lvl="0">
              <a:buNone/>
            </a:pPr>
            <a:r>
              <a:t>Punkt</a:t>
            </a:r>
            <a:r>
              <a:t> 3</a:t>
            </a:r>
            <a:endParaRPr/>
          </a:p>
        </p:txBody>
      </p:sp>
      <p:sp>
        <p:nvSpPr>
          <p:cNvPr id="35" name="Pladsholder til tekst 30">
            <a:extLst xmlns:a="http://schemas.openxmlformats.org/drawingml/2006/main">
              <a:ext uri="{FF2B5EF4-FFF2-40B4-BE49-F238E27FC236}">
                <a16:creationId xmlns:a16="http://schemas.microsoft.com/office/drawing/2014/main" id="{2E5EEFA7-DAE5-61BA-1E1B-2FC9C2E3DE80}"/>
              </a:ext>
            </a:extLst>
          </p:cNvPr>
          <p:cNvSpPr>
            <a:spLocks xmlns:a="http://schemas.openxmlformats.org/drawingml/2006/main" noGrp="1"/>
          </p:cNvSpPr>
          <p:nvPr>
            <p:ph type="body" idx="17" hasCustomPrompt="1"/>
          </p:nvPr>
        </p:nvSpPr>
        <p:spPr>
          <a:xfrm xmlns:a="http://schemas.openxmlformats.org/drawingml/2006/main">
            <a:off x="6504743" y="3249613"/>
            <a:ext cx="1946815" cy="488156"/>
          </a:xfrm>
          <a:prstGeom xmlns:a="http://schemas.openxmlformats.org/drawingml/2006/main" prst="rect">
            <a:avLst/>
          </a:prstGeom>
        </p:spPr>
        <p:txBody>
          <a:bodyPr xmlns:a="http://schemas.openxmlformats.org/drawingml/2006/main"/>
          <a:lstStyle xmlns:a="http://schemas.openxmlformats.org/drawingml/2006/main">
            <a:lvl1pPr marL="0" indent="0" algn="ctr">
              <a:buNone/>
              <a:defRPr sz="1200"/>
            </a:lvl1pPr>
          </a:lstStyle>
          <a:p xmlns:a="http://schemas.openxmlformats.org/drawingml/2006/main">
            <a:pPr lvl="0">
              <a:buNone/>
            </a:pPr>
            <a:r>
              <a:t>Subtext</a:t>
            </a:r>
            <a:endParaRPr/>
          </a:p>
        </p:txBody>
      </p:sp>
      <p:sp>
        <p:nvSpPr>
          <p:cNvPr id="36" name="Pladsholder til tekst 28">
            <a:extLst xmlns:a="http://schemas.openxmlformats.org/drawingml/2006/main">
              <a:ext uri="{FF2B5EF4-FFF2-40B4-BE49-F238E27FC236}">
                <a16:creationId xmlns:a16="http://schemas.microsoft.com/office/drawing/2014/main" id="{D8C332F7-AA4A-648D-5599-C5474612B5E7}"/>
              </a:ext>
            </a:extLst>
          </p:cNvPr>
          <p:cNvSpPr>
            <a:spLocks xmlns:a="http://schemas.openxmlformats.org/drawingml/2006/main" noGrp="1"/>
          </p:cNvSpPr>
          <p:nvPr>
            <p:ph type="body" idx="18" hasCustomPrompt="1"/>
          </p:nvPr>
        </p:nvSpPr>
        <p:spPr>
          <a:xfrm xmlns:a="http://schemas.openxmlformats.org/drawingml/2006/main">
            <a:off x="8695590" y="2596667"/>
            <a:ext cx="2214157" cy="457200"/>
          </a:xfrm>
          <a:prstGeom xmlns:a="http://schemas.openxmlformats.org/drawingml/2006/main" prst="rect">
            <a:avLst/>
          </a:prstGeom>
        </p:spPr>
        <p:txBody>
          <a:bodyPr xmlns:a="http://schemas.openxmlformats.org/drawingml/2006/main"/>
          <a:lstStyle xmlns:a="http://schemas.openxmlformats.org/drawingml/2006/main">
            <a:lvl1pPr marL="0" indent="0" algn="ctr">
              <a:buNone/>
              <a:defRPr sz="2000" b="1">
                <a:solidFill>
                  <a:srgbClr val="3764E4"/>
                </a:solidFill>
              </a:defRPr>
            </a:lvl1pPr>
          </a:lstStyle>
          <a:p xmlns:a="http://schemas.openxmlformats.org/drawingml/2006/main">
            <a:pPr lvl="0">
              <a:buNone/>
            </a:pPr>
            <a:r>
              <a:t>Punkt</a:t>
            </a:r>
            <a:r>
              <a:t> 4</a:t>
            </a:r>
            <a:endParaRPr/>
          </a:p>
        </p:txBody>
      </p:sp>
      <p:sp>
        <p:nvSpPr>
          <p:cNvPr id="37" name="Pladsholder til tekst 30">
            <a:extLst xmlns:a="http://schemas.openxmlformats.org/drawingml/2006/main">
              <a:ext uri="{FF2B5EF4-FFF2-40B4-BE49-F238E27FC236}">
                <a16:creationId xmlns:a16="http://schemas.microsoft.com/office/drawing/2014/main" id="{670A9A2E-8ADA-9A39-B207-DB5DA7E330A3}"/>
              </a:ext>
            </a:extLst>
          </p:cNvPr>
          <p:cNvSpPr>
            <a:spLocks xmlns:a="http://schemas.openxmlformats.org/drawingml/2006/main" noGrp="1"/>
          </p:cNvSpPr>
          <p:nvPr>
            <p:ph type="body" idx="19" hasCustomPrompt="1"/>
          </p:nvPr>
        </p:nvSpPr>
        <p:spPr>
          <a:xfrm xmlns:a="http://schemas.openxmlformats.org/drawingml/2006/main">
            <a:off x="8829261" y="3268179"/>
            <a:ext cx="1946815" cy="488156"/>
          </a:xfrm>
          <a:prstGeom xmlns:a="http://schemas.openxmlformats.org/drawingml/2006/main" prst="rect">
            <a:avLst/>
          </a:prstGeom>
        </p:spPr>
        <p:txBody>
          <a:bodyPr xmlns:a="http://schemas.openxmlformats.org/drawingml/2006/main"/>
          <a:lstStyle xmlns:a="http://schemas.openxmlformats.org/drawingml/2006/main">
            <a:lvl1pPr marL="0" indent="0" algn="ctr">
              <a:buNone/>
              <a:defRPr sz="1200"/>
            </a:lvl1pPr>
          </a:lstStyle>
          <a:p xmlns:a="http://schemas.openxmlformats.org/drawingml/2006/main">
            <a:pPr lvl="0">
              <a:buNone/>
            </a:pPr>
            <a:r>
              <a:t>Subtext</a:t>
            </a:r>
            <a:endParaRPr/>
          </a:p>
        </p:txBody>
      </p:sp>
    </p:spTree>
  </p:cSld>
</p:sldLayout>
</file>

<file path=ppt/slideLayouts/slideLayout9.xml><?xml version="1.0" encoding="utf-8"?>
<p:sldLayout xmlns:p="http://schemas.openxmlformats.org/presentationml/2006/main" preserve="1" userDrawn="1">
  <p:cSld name="Dobbelt bulletlist">
    <p:spTree>
      <p:nvGrpSpPr>
        <p:cNvPr id="1" name=""/>
        <p:cNvGrpSpPr/>
        <p:nvPr/>
      </p:nvGrpSpPr>
      <p:grpSpPr>
        <a:xfrm xmlns:a="http://schemas.openxmlformats.org/drawingml/2006/main"/>
      </p:grpSpPr>
      <p:pic>
        <p:nvPicPr>
          <p:cNvPr id="3" name="Image 0">
            <a:extLst xmlns:a="http://schemas.openxmlformats.org/drawingml/2006/main">
              <a:ext uri="{FF2B5EF4-FFF2-40B4-BE49-F238E27FC236}">
                <a16:creationId xmlns:a16="http://schemas.microsoft.com/office/drawing/2014/main" id="{41B71D98-4E9B-4D56-8162-958355A25586}"/>
              </a:ext>
            </a:extLst>
          </p:cNvPr>
          <p:cNvPicPr>
            <a:picLocks xmlns:a="http://schemas.openxmlformats.org/drawingml/2006/main" noChangeAspect="1"/>
          </p:cNvPicPr>
          <p:nvPr/>
        </p:nvPicPr>
        <p:blipFill>
          <a:blip xmlns:r="http://schemas.openxmlformats.org/officeDocument/2006/relationships" xmlns:a="http://schemas.openxmlformats.org/drawingml/2006/main" r:embed="R47a2b33c824d4d48">
            <a:extLst>
              <a:ext uri="{96DAC541-7B7A-43D3-8B79-37D633B846F1}">
                <asvg:svgBlip xmlns:asvg="http://schemas.microsoft.com/office/drawing/2016/SVG/main" r:embed="R44459b6584824239"/>
              </a:ext>
            </a:extLst>
          </a:blip>
          <a:stretch xmlns:a="http://schemas.openxmlformats.org/drawingml/2006/main">
            <a:fillRect l="0" t="0" r="0" b="0"/>
          </a:stretch>
        </p:blipFill>
        <p:spPr>
          <a:xfrm xmlns:a="http://schemas.openxmlformats.org/drawingml/2006/main">
            <a:off x="0" y="4064001"/>
            <a:ext cx="12191936" cy="2038351"/>
          </a:xfrm>
          <a:prstGeom xmlns:a="http://schemas.openxmlformats.org/drawingml/2006/main" prst="rect">
            <a:avLst/>
          </a:prstGeom>
        </p:spPr>
      </p:pic>
      <p:pic>
        <p:nvPicPr>
          <p:cNvPr id="4" name="Image 1">
            <a:extLst xmlns:a="http://schemas.openxmlformats.org/drawingml/2006/main">
              <a:ext uri="{FF2B5EF4-FFF2-40B4-BE49-F238E27FC236}">
                <a16:creationId xmlns:a16="http://schemas.microsoft.com/office/drawing/2014/main" id="{84C069C1-2782-4F24-BDA5-0F46388D32B8}"/>
              </a:ext>
            </a:extLst>
          </p:cNvPr>
          <p:cNvPicPr>
            <a:picLocks xmlns:a="http://schemas.openxmlformats.org/drawingml/2006/main" noChangeAspect="1"/>
          </p:cNvPicPr>
          <p:nvPr/>
        </p:nvPicPr>
        <p:blipFill>
          <a:blip xmlns:r="http://schemas.openxmlformats.org/officeDocument/2006/relationships" xmlns:a="http://schemas.openxmlformats.org/drawingml/2006/main" r:embed="Rd51f9e93982c4720">
            <a:extLst>
              <a:ext uri="{96DAC541-7B7A-43D3-8B79-37D633B846F1}">
                <asvg:svgBlip xmlns:asvg="http://schemas.microsoft.com/office/drawing/2016/SVG/main" r:embed="R76acefe1f2494e89"/>
              </a:ext>
            </a:extLst>
          </a:blip>
          <a:stretch xmlns:a="http://schemas.openxmlformats.org/drawingml/2006/main">
            <a:fillRect l="0" t="0" r="0" b="0"/>
          </a:stretch>
        </p:blipFill>
        <p:spPr>
          <a:xfrm xmlns:a="http://schemas.openxmlformats.org/drawingml/2006/main">
            <a:off x="596896" y="342900"/>
            <a:ext cx="1110395" cy="203200"/>
          </a:xfrm>
          <a:prstGeom xmlns:a="http://schemas.openxmlformats.org/drawingml/2006/main" prst="rect">
            <a:avLst/>
          </a:prstGeom>
        </p:spPr>
      </p:pic>
      <p:sp>
        <p:nvSpPr>
          <p:cNvPr id="6" name="Shape 1">
            <a:extLst xmlns:a="http://schemas.openxmlformats.org/drawingml/2006/main">
              <a:ext uri="{FF2B5EF4-FFF2-40B4-BE49-F238E27FC236}">
                <a16:creationId xmlns:a16="http://schemas.microsoft.com/office/drawing/2014/main" id="{C4100480-D863-CD67-AA5B-E05790A767E4}"/>
              </a:ext>
            </a:extLst>
          </p:cNvPr>
          <p:cNvSpPr>
            <a:spLocks xmlns:a="http://schemas.openxmlformats.org/drawingml/2006/main" noGrp="1"/>
          </p:cNvSpPr>
          <p:nvPr/>
        </p:nvSpPr>
        <p:spPr>
          <a:xfrm xmlns:a="http://schemas.openxmlformats.org/drawingml/2006/main">
            <a:off x="10013899" y="6337300"/>
            <a:ext cx="380997" cy="762000"/>
          </a:xfrm>
          <a:prstGeom xmlns:a="http://schemas.openxmlformats.org/drawingml/2006/main" prst="roundRect">
            <a:avLst>
              <a:gd name="adj" fmla="val 99588"/>
            </a:avLst>
          </a:prstGeom>
          <a:solidFill xmlns:a="http://schemas.openxmlformats.org/drawingml/2006/main">
            <a:srgbClr val="E0D5D5"/>
          </a:solidFill>
        </p:spPr>
        <p:txBody>
          <a:bodyPr xmlns:a="http://schemas.openxmlformats.org/drawingml/2006/main"/>
          <a:lstStyle xmlns:a="http://schemas.openxmlformats.org/drawingml/2006/main"/>
          <a:p xmlns:a="http://schemas.openxmlformats.org/drawingml/2006/main">
            <a:endParaRPr sz="337">
              <a:highlight>
                <a:srgbClr val="E0D5D5"/>
              </a:highlight>
            </a:endParaRPr>
          </a:p>
        </p:txBody>
      </p:sp>
      <p:sp>
        <p:nvSpPr>
          <p:cNvPr id="7" name="Shape 2">
            <a:extLst xmlns:a="http://schemas.openxmlformats.org/drawingml/2006/main">
              <a:ext uri="{FF2B5EF4-FFF2-40B4-BE49-F238E27FC236}">
                <a16:creationId xmlns:a16="http://schemas.microsoft.com/office/drawing/2014/main" id="{5C39286A-CCAB-7DEE-0289-4229899BC33C}"/>
              </a:ext>
            </a:extLst>
          </p:cNvPr>
          <p:cNvSpPr>
            <a:spLocks xmlns:a="http://schemas.openxmlformats.org/drawingml/2006/main" noGrp="1"/>
          </p:cNvSpPr>
          <p:nvPr/>
        </p:nvSpPr>
        <p:spPr>
          <a:xfrm xmlns:a="http://schemas.openxmlformats.org/drawingml/2006/main">
            <a:off x="2470138" y="-171451"/>
            <a:ext cx="380997" cy="762000"/>
          </a:xfrm>
          <a:prstGeom xmlns:a="http://schemas.openxmlformats.org/drawingml/2006/main" prst="roundRect">
            <a:avLst>
              <a:gd name="adj" fmla="val 99588"/>
            </a:avLst>
          </a:prstGeom>
          <a:solidFill xmlns:a="http://schemas.openxmlformats.org/drawingml/2006/main">
            <a:srgbClr val="FFC0D7">
              <a:alpha val="100000"/>
            </a:srgbClr>
          </a:solidFill>
        </p:spPr>
        <p:txBody>
          <a:bodyPr xmlns:a="http://schemas.openxmlformats.org/drawingml/2006/main"/>
          <a:lstStyle xmlns:a="http://schemas.openxmlformats.org/drawingml/2006/main"/>
          <a:p xmlns:a="http://schemas.openxmlformats.org/drawingml/2006/main">
            <a:endParaRPr sz="337"/>
          </a:p>
        </p:txBody>
      </p:sp>
      <p:sp>
        <p:nvSpPr>
          <p:cNvPr id="2" name="Pladsholder til tekst 9">
            <a:extLst xmlns:a="http://schemas.openxmlformats.org/drawingml/2006/main">
              <a:ext uri="{FF2B5EF4-FFF2-40B4-BE49-F238E27FC236}">
                <a16:creationId xmlns:a16="http://schemas.microsoft.com/office/drawing/2014/main" id="{704DC1E8-F8B6-B250-758E-4835E6038053}"/>
              </a:ext>
            </a:extLst>
          </p:cNvPr>
          <p:cNvSpPr>
            <a:spLocks xmlns:a="http://schemas.openxmlformats.org/drawingml/2006/main" noGrp="1"/>
          </p:cNvSpPr>
          <p:nvPr>
            <p:ph type="body" idx="13" hasCustomPrompt="1"/>
          </p:nvPr>
        </p:nvSpPr>
        <p:spPr>
          <a:xfrm xmlns:a="http://schemas.openxmlformats.org/drawingml/2006/main">
            <a:off x="596823" y="2976993"/>
            <a:ext cx="4539584" cy="1422400"/>
          </a:xfrm>
          <a:prstGeom xmlns:a="http://schemas.openxmlformats.org/drawingml/2006/main" prst="rect">
            <a:avLst/>
          </a:prstGeom>
        </p:spPr>
        <p:txBody>
          <a:bodyPr xmlns:a="http://schemas.openxmlformats.org/drawingml/2006/main"/>
          <a:lstStyle xmlns:a="http://schemas.openxmlformats.org/drawingml/2006/main">
            <a:lvl1pPr marL="171446" indent="-171446">
              <a:buSzPct val="60000"/>
              <a:buFontTx/>
              <a:buNone/>
              <a:defRPr sz="1600">
                <a:latin typeface="Italian Plate No2 Expanded"/>
                <a:ea typeface="Italian Plate No2 Expanded"/>
                <a:cs typeface="Italian Plate No2 Expanded"/>
              </a:defRPr>
            </a:lvl1pPr>
            <a:lvl2pPr marL="457189" indent="-228594">
              <a:buSzPct val="60000"/>
              <a:buFontTx/>
              <a:buNone/>
              <a:defRPr sz="1400">
                <a:latin typeface="Italian Plate No2 Expanded"/>
                <a:ea typeface="Italian Plate No2 Expanded"/>
                <a:cs typeface="Italian Plate No2 Expanded"/>
              </a:defRPr>
            </a:lvl2pPr>
          </a:lstStyle>
          <a:p xmlns:a="http://schemas.openxmlformats.org/drawingml/2006/main">
            <a:pPr lvl="0">
              <a:buNone/>
            </a:pPr>
            <a:r>
              <a:t>Insert text</a:t>
            </a:r>
          </a:p>
          <a:p xmlns:a="http://schemas.openxmlformats.org/drawingml/2006/main">
            <a:pPr lvl="1">
              <a:buNone/>
            </a:pPr>
            <a:r>
              <a:t>Insert text 2</a:t>
            </a:r>
          </a:p>
          <a:p xmlns:a="http://schemas.openxmlformats.org/drawingml/2006/main">
            <a:pPr lvl="0">
              <a:buNone/>
            </a:pPr>
            <a:endParaRPr/>
          </a:p>
          <a:p xmlns:a="http://schemas.openxmlformats.org/drawingml/2006/main">
            <a:pPr lvl="0">
              <a:buNone/>
            </a:pPr>
            <a:endParaRPr/>
          </a:p>
        </p:txBody>
      </p:sp>
      <p:sp>
        <p:nvSpPr>
          <p:cNvPr id="5" name="Pladsholder til tekst 7">
            <a:extLst xmlns:a="http://schemas.openxmlformats.org/drawingml/2006/main">
              <a:ext uri="{FF2B5EF4-FFF2-40B4-BE49-F238E27FC236}">
                <a16:creationId xmlns:a16="http://schemas.microsoft.com/office/drawing/2014/main" id="{3760CC02-4378-AA16-907B-FFD826AAF573}"/>
              </a:ext>
            </a:extLst>
          </p:cNvPr>
          <p:cNvSpPr>
            <a:spLocks xmlns:a="http://schemas.openxmlformats.org/drawingml/2006/main" noGrp="1"/>
          </p:cNvSpPr>
          <p:nvPr>
            <p:ph type="body" idx="14" hasCustomPrompt="1"/>
          </p:nvPr>
        </p:nvSpPr>
        <p:spPr>
          <a:xfrm xmlns:a="http://schemas.openxmlformats.org/drawingml/2006/main">
            <a:off x="596897" y="1508541"/>
            <a:ext cx="4539584" cy="592697"/>
          </a:xfrm>
          <a:prstGeom xmlns:a="http://schemas.openxmlformats.org/drawingml/2006/main" prst="rect">
            <a:avLst/>
          </a:prstGeom>
        </p:spPr>
        <p:txBody>
          <a:bodyPr xmlns:a="http://schemas.openxmlformats.org/drawingml/2006/main"/>
          <a:lstStyle xmlns:a="http://schemas.openxmlformats.org/drawingml/2006/main">
            <a:lvl1pPr marL="0" indent="0">
              <a:buNone/>
              <a:defRPr sz="3200" b="1">
                <a:solidFill>
                  <a:srgbClr val="3764E4"/>
                </a:solidFill>
              </a:defRPr>
            </a:lvl1pPr>
          </a:lstStyle>
          <a:p xmlns:a="http://schemas.openxmlformats.org/drawingml/2006/main">
            <a:pPr lvl="0">
              <a:buNone/>
            </a:pPr>
            <a:r>
              <a:t>Headline</a:t>
            </a:r>
            <a:endParaRPr/>
          </a:p>
        </p:txBody>
      </p:sp>
      <p:sp>
        <p:nvSpPr>
          <p:cNvPr id="19" name="Pladsholder til tekst 7">
            <a:extLst xmlns:a="http://schemas.openxmlformats.org/drawingml/2006/main">
              <a:ext uri="{FF2B5EF4-FFF2-40B4-BE49-F238E27FC236}">
                <a16:creationId xmlns:a16="http://schemas.microsoft.com/office/drawing/2014/main" id="{12E86D0C-1CD8-6E31-4B07-B6D447F77D8C}"/>
              </a:ext>
            </a:extLst>
          </p:cNvPr>
          <p:cNvSpPr>
            <a:spLocks xmlns:a="http://schemas.openxmlformats.org/drawingml/2006/main" noGrp="1"/>
          </p:cNvSpPr>
          <p:nvPr>
            <p:ph type="body" idx="15" hasCustomPrompt="1"/>
          </p:nvPr>
        </p:nvSpPr>
        <p:spPr>
          <a:xfrm xmlns:a="http://schemas.openxmlformats.org/drawingml/2006/main">
            <a:off x="596823" y="2235488"/>
            <a:ext cx="4539584" cy="474517"/>
          </a:xfrm>
          <a:prstGeom xmlns:a="http://schemas.openxmlformats.org/drawingml/2006/main" prst="rect">
            <a:avLst/>
          </a:prstGeom>
        </p:spPr>
        <p:txBody>
          <a:bodyPr xmlns:a="http://schemas.openxmlformats.org/drawingml/2006/main"/>
          <a:lstStyle xmlns:a="http://schemas.openxmlformats.org/drawingml/2006/main">
            <a:lvl1pPr marL="0" indent="0">
              <a:buNone/>
              <a:defRPr sz="2400" b="1">
                <a:solidFill>
                  <a:srgbClr val="53CF78"/>
                </a:solidFill>
              </a:defRPr>
            </a:lvl1pPr>
          </a:lstStyle>
          <a:p xmlns:a="http://schemas.openxmlformats.org/drawingml/2006/main">
            <a:pPr lvl="0">
              <a:buNone/>
            </a:pPr>
            <a:r>
              <a:t>Subheadline</a:t>
            </a:r>
            <a:endParaRPr/>
          </a:p>
        </p:txBody>
      </p:sp>
      <p:sp>
        <p:nvSpPr>
          <p:cNvPr id="20" name="Pladsholder til tekst 9">
            <a:extLst xmlns:a="http://schemas.openxmlformats.org/drawingml/2006/main">
              <a:ext uri="{FF2B5EF4-FFF2-40B4-BE49-F238E27FC236}">
                <a16:creationId xmlns:a16="http://schemas.microsoft.com/office/drawing/2014/main" id="{BAAD97FB-D5ED-CD36-7EA6-0AA321F4567D}"/>
              </a:ext>
            </a:extLst>
          </p:cNvPr>
          <p:cNvSpPr>
            <a:spLocks xmlns:a="http://schemas.openxmlformats.org/drawingml/2006/main" noGrp="1"/>
          </p:cNvSpPr>
          <p:nvPr>
            <p:ph type="body" idx="16" hasCustomPrompt="1"/>
          </p:nvPr>
        </p:nvSpPr>
        <p:spPr>
          <a:xfrm xmlns:a="http://schemas.openxmlformats.org/drawingml/2006/main">
            <a:off x="7055593" y="2976993"/>
            <a:ext cx="4539584" cy="1422400"/>
          </a:xfrm>
          <a:prstGeom xmlns:a="http://schemas.openxmlformats.org/drawingml/2006/main" prst="rect">
            <a:avLst/>
          </a:prstGeom>
        </p:spPr>
        <p:txBody>
          <a:bodyPr xmlns:a="http://schemas.openxmlformats.org/drawingml/2006/main"/>
          <a:lstStyle xmlns:a="http://schemas.openxmlformats.org/drawingml/2006/main">
            <a:lvl1pPr marL="171446" indent="-171446">
              <a:buSzPct val="60000"/>
              <a:buFontTx/>
              <a:buNone/>
              <a:defRPr sz="1600">
                <a:latin typeface="Italian Plate No2 Expanded"/>
                <a:ea typeface="Italian Plate No2 Expanded"/>
                <a:cs typeface="Italian Plate No2 Expanded"/>
              </a:defRPr>
            </a:lvl1pPr>
            <a:lvl2pPr marL="457189" indent="-228594">
              <a:buSzPct val="60000"/>
              <a:buFontTx/>
              <a:buNone/>
              <a:defRPr sz="1400">
                <a:latin typeface="Italian Plate No2 Expanded"/>
                <a:ea typeface="Italian Plate No2 Expanded"/>
                <a:cs typeface="Italian Plate No2 Expanded"/>
              </a:defRPr>
            </a:lvl2pPr>
          </a:lstStyle>
          <a:p xmlns:a="http://schemas.openxmlformats.org/drawingml/2006/main">
            <a:pPr lvl="0">
              <a:buNone/>
            </a:pPr>
            <a:r>
              <a:t>Insert text</a:t>
            </a:r>
          </a:p>
          <a:p xmlns:a="http://schemas.openxmlformats.org/drawingml/2006/main">
            <a:pPr lvl="1">
              <a:buNone/>
            </a:pPr>
            <a:r>
              <a:t>Insert text 2</a:t>
            </a:r>
          </a:p>
          <a:p xmlns:a="http://schemas.openxmlformats.org/drawingml/2006/main">
            <a:pPr lvl="0">
              <a:buNone/>
            </a:pPr>
            <a:endParaRPr/>
          </a:p>
          <a:p xmlns:a="http://schemas.openxmlformats.org/drawingml/2006/main">
            <a:pPr lvl="0">
              <a:buNone/>
            </a:pPr>
            <a:endParaRPr/>
          </a:p>
        </p:txBody>
      </p:sp>
      <p:sp>
        <p:nvSpPr>
          <p:cNvPr id="21" name="Pladsholder til tekst 7">
            <a:extLst xmlns:a="http://schemas.openxmlformats.org/drawingml/2006/main">
              <a:ext uri="{FF2B5EF4-FFF2-40B4-BE49-F238E27FC236}">
                <a16:creationId xmlns:a16="http://schemas.microsoft.com/office/drawing/2014/main" id="{CD277CE6-8F70-3653-94B7-24018C5BEA40}"/>
              </a:ext>
            </a:extLst>
          </p:cNvPr>
          <p:cNvSpPr>
            <a:spLocks xmlns:a="http://schemas.openxmlformats.org/drawingml/2006/main" noGrp="1"/>
          </p:cNvSpPr>
          <p:nvPr>
            <p:ph type="body" idx="17" hasCustomPrompt="1"/>
          </p:nvPr>
        </p:nvSpPr>
        <p:spPr>
          <a:xfrm xmlns:a="http://schemas.openxmlformats.org/drawingml/2006/main">
            <a:off x="7055593" y="2235488"/>
            <a:ext cx="4539584" cy="474517"/>
          </a:xfrm>
          <a:prstGeom xmlns:a="http://schemas.openxmlformats.org/drawingml/2006/main" prst="rect">
            <a:avLst/>
          </a:prstGeom>
        </p:spPr>
        <p:txBody>
          <a:bodyPr xmlns:a="http://schemas.openxmlformats.org/drawingml/2006/main"/>
          <a:lstStyle xmlns:a="http://schemas.openxmlformats.org/drawingml/2006/main">
            <a:lvl1pPr marL="0" indent="0">
              <a:buNone/>
              <a:defRPr sz="2400" b="1">
                <a:solidFill>
                  <a:srgbClr val="53CF78"/>
                </a:solidFill>
              </a:defRPr>
            </a:lvl1pPr>
          </a:lstStyle>
          <a:p xmlns:a="http://schemas.openxmlformats.org/drawingml/2006/main">
            <a:pPr lvl="0">
              <a:buNone/>
            </a:pPr>
            <a:r>
              <a:t>Subheadline</a:t>
            </a:r>
            <a:endParaRPr/>
          </a:p>
        </p:txBody>
      </p:sp>
    </p:spTree>
  </p:cSld>
</p:sldLayout>
</file>

<file path=ppt/slideLayouts/slideLayout10.xml><?xml version="1.0" encoding="utf-8"?>
<p:sldLayout xmlns:p="http://schemas.openxmlformats.org/presentationml/2006/main" preserve="1" userDrawn="1">
  <p:cSld name="Big picture and headline">
    <p:spTree>
      <p:nvGrpSpPr>
        <p:cNvPr id="1" name=""/>
        <p:cNvGrpSpPr/>
        <p:nvPr/>
      </p:nvGrpSpPr>
      <p:grpSpPr>
        <a:xfrm xmlns:a="http://schemas.openxmlformats.org/drawingml/2006/main"/>
      </p:grpSpPr>
      <p:pic>
        <p:nvPicPr>
          <p:cNvPr id="3" name="Image 0">
            <a:extLst xmlns:a="http://schemas.openxmlformats.org/drawingml/2006/main">
              <a:ext uri="{FF2B5EF4-FFF2-40B4-BE49-F238E27FC236}">
                <a16:creationId xmlns:a16="http://schemas.microsoft.com/office/drawing/2014/main" id="{52C64F19-1D6F-4096-80A9-CCE32199E57C}"/>
              </a:ext>
            </a:extLst>
          </p:cNvPr>
          <p:cNvPicPr>
            <a:picLocks xmlns:a="http://schemas.openxmlformats.org/drawingml/2006/main" noChangeAspect="1"/>
          </p:cNvPicPr>
          <p:nvPr/>
        </p:nvPicPr>
        <p:blipFill>
          <a:blip xmlns:r="http://schemas.openxmlformats.org/officeDocument/2006/relationships" xmlns:a="http://schemas.openxmlformats.org/drawingml/2006/main" r:embed="R2c4b70e5b2374d7f">
            <a:extLst>
              <a:ext uri="{96DAC541-7B7A-43D3-8B79-37D633B846F1}">
                <asvg:svgBlip xmlns:asvg="http://schemas.microsoft.com/office/drawing/2016/SVG/main" r:embed="R96890774eee54f2d"/>
              </a:ext>
            </a:extLst>
          </a:blip>
          <a:stretch xmlns:a="http://schemas.openxmlformats.org/drawingml/2006/main">
            <a:fillRect l="0" t="0" r="0" b="0"/>
          </a:stretch>
        </p:blipFill>
        <p:spPr>
          <a:xfrm xmlns:a="http://schemas.openxmlformats.org/drawingml/2006/main">
            <a:off x="596896" y="342900"/>
            <a:ext cx="1110395" cy="203200"/>
          </a:xfrm>
          <a:prstGeom xmlns:a="http://schemas.openxmlformats.org/drawingml/2006/main" prst="rect">
            <a:avLst/>
          </a:prstGeom>
        </p:spPr>
      </p:pic>
      <p:sp>
        <p:nvSpPr>
          <p:cNvPr id="5" name="Shape 1">
            <a:extLst xmlns:a="http://schemas.openxmlformats.org/drawingml/2006/main">
              <a:ext uri="{FF2B5EF4-FFF2-40B4-BE49-F238E27FC236}">
                <a16:creationId xmlns:a16="http://schemas.microsoft.com/office/drawing/2014/main" id="{597F0796-19EF-0298-B600-486A90A3A83F}"/>
              </a:ext>
            </a:extLst>
          </p:cNvPr>
          <p:cNvSpPr>
            <a:spLocks xmlns:a="http://schemas.openxmlformats.org/drawingml/2006/main" noGrp="1"/>
          </p:cNvSpPr>
          <p:nvPr/>
        </p:nvSpPr>
        <p:spPr>
          <a:xfrm xmlns:a="http://schemas.openxmlformats.org/drawingml/2006/main">
            <a:off x="2470138" y="-171451"/>
            <a:ext cx="380997" cy="762000"/>
          </a:xfrm>
          <a:prstGeom xmlns:a="http://schemas.openxmlformats.org/drawingml/2006/main" prst="roundRect">
            <a:avLst>
              <a:gd name="adj" fmla="val 99588"/>
            </a:avLst>
          </a:prstGeom>
          <a:solidFill xmlns:a="http://schemas.openxmlformats.org/drawingml/2006/main">
            <a:srgbClr val="FFC0D7">
              <a:alpha val="100000"/>
            </a:srgbClr>
          </a:solidFill>
        </p:spPr>
        <p:txBody>
          <a:bodyPr xmlns:a="http://schemas.openxmlformats.org/drawingml/2006/main"/>
          <a:lstStyle xmlns:a="http://schemas.openxmlformats.org/drawingml/2006/main"/>
          <a:p xmlns:a="http://schemas.openxmlformats.org/drawingml/2006/main">
            <a:endParaRPr sz="337"/>
          </a:p>
        </p:txBody>
      </p:sp>
      <p:sp>
        <p:nvSpPr>
          <p:cNvPr id="7" name="Pladsholder til tekst 15">
            <a:extLst xmlns:a="http://schemas.openxmlformats.org/drawingml/2006/main">
              <a:ext uri="{FF2B5EF4-FFF2-40B4-BE49-F238E27FC236}">
                <a16:creationId xmlns:a16="http://schemas.microsoft.com/office/drawing/2014/main" id="{DFC0CA79-297C-1D7A-825D-2B3E346D8F82}"/>
              </a:ext>
            </a:extLst>
          </p:cNvPr>
          <p:cNvSpPr>
            <a:spLocks xmlns:a="http://schemas.openxmlformats.org/drawingml/2006/main" noGrp="1"/>
          </p:cNvSpPr>
          <p:nvPr>
            <p:ph type="body" idx="11" hasCustomPrompt="1"/>
          </p:nvPr>
        </p:nvSpPr>
        <p:spPr>
          <a:xfrm xmlns:a="http://schemas.openxmlformats.org/drawingml/2006/main">
            <a:off x="596898" y="1076193"/>
            <a:ext cx="3053877" cy="497681"/>
          </a:xfrm>
          <a:prstGeom xmlns:a="http://schemas.openxmlformats.org/drawingml/2006/main" prst="rect">
            <a:avLst/>
          </a:prstGeom>
        </p:spPr>
        <p:txBody>
          <a:bodyPr xmlns:a="http://schemas.openxmlformats.org/drawingml/2006/main"/>
          <a:lstStyle xmlns:a="http://schemas.openxmlformats.org/drawingml/2006/main">
            <a:lvl1pPr marL="0" indent="0" algn="l">
              <a:buNone/>
              <a:defRPr sz="3300" b="1">
                <a:solidFill>
                  <a:srgbClr val="3764E4"/>
                </a:solidFill>
              </a:defRPr>
            </a:lvl1pPr>
          </a:lstStyle>
          <a:p xmlns:a="http://schemas.openxmlformats.org/drawingml/2006/main">
            <a:pPr lvl="0">
              <a:buNone/>
            </a:pPr>
            <a:r>
              <a:t>Headline</a:t>
            </a:r>
            <a:endParaRPr/>
          </a:p>
        </p:txBody>
      </p:sp>
      <p:sp>
        <p:nvSpPr>
          <p:cNvPr id="9" name="Pladsholder til billede 8">
            <a:extLst xmlns:a="http://schemas.openxmlformats.org/drawingml/2006/main">
              <a:ext uri="{FF2B5EF4-FFF2-40B4-BE49-F238E27FC236}">
                <a16:creationId xmlns:a16="http://schemas.microsoft.com/office/drawing/2014/main" id="{BBE3FE64-4580-B030-D26F-C38A15EAE9DF}"/>
              </a:ext>
            </a:extLst>
          </p:cNvPr>
          <p:cNvSpPr>
            <a:spLocks xmlns:a="http://schemas.openxmlformats.org/drawingml/2006/main" noGrp="1"/>
          </p:cNvSpPr>
          <p:nvPr>
            <p:ph type="pic" idx="12"/>
          </p:nvPr>
        </p:nvSpPr>
        <p:spPr>
          <a:xfrm xmlns:a="http://schemas.openxmlformats.org/drawingml/2006/main">
            <a:off x="596822" y="1790700"/>
            <a:ext cx="10998356" cy="4724400"/>
          </a:xfrm>
          <a:prstGeom xmlns:a="http://schemas.openxmlformats.org/drawingml/2006/main" prst="roundRect">
            <a:avLst>
              <a:gd name="adj" fmla="val 2465"/>
            </a:avLst>
          </a:prstGeom>
          <a:solidFill xmlns:a="http://schemas.openxmlformats.org/drawingml/2006/main">
            <a:schemeClr val="bg1">
              <a:lumMod val="90000"/>
            </a:schemeClr>
          </a:solidFill>
        </p:spPr>
        <p:txBody>
          <a:bodyPr xmlns:a="http://schemas.openxmlformats.org/drawingml/2006/main"/>
          <a:lstStyle xmlns:a="http://schemas.openxmlformats.org/drawingml/2006/main"/>
          <a:p xmlns:a="http://schemas.openxmlformats.org/drawingml/2006/main">
            <a:endParaRPr/>
          </a:p>
        </p:txBody>
      </p:sp>
    </p:spTree>
  </p:cSld>
</p:sldLayout>
</file>

<file path=ppt/slideLayouts/slideLayout11.xml><?xml version="1.0" encoding="utf-8"?>
<p:sldLayout xmlns:p="http://schemas.openxmlformats.org/presentationml/2006/main" preserve="1" userDrawn="1">
  <p:cSld name="Video and bulletlist">
    <p:spTree>
      <p:nvGrpSpPr>
        <p:cNvPr id="1" name=""/>
        <p:cNvGrpSpPr/>
        <p:nvPr/>
      </p:nvGrpSpPr>
      <p:grpSpPr>
        <a:xfrm xmlns:a="http://schemas.openxmlformats.org/drawingml/2006/main"/>
      </p:grpSpPr>
      <p:pic>
        <p:nvPicPr>
          <p:cNvPr id="3" name="Image 0">
            <a:extLst xmlns:a="http://schemas.openxmlformats.org/drawingml/2006/main">
              <a:ext uri="{FF2B5EF4-FFF2-40B4-BE49-F238E27FC236}">
                <a16:creationId xmlns:a16="http://schemas.microsoft.com/office/drawing/2014/main" id="{5B750BC2-7D50-4B44-ABB4-339BFC914770}"/>
              </a:ext>
            </a:extLst>
          </p:cNvPr>
          <p:cNvPicPr>
            <a:picLocks xmlns:a="http://schemas.openxmlformats.org/drawingml/2006/main" noChangeAspect="1"/>
          </p:cNvPicPr>
          <p:nvPr/>
        </p:nvPicPr>
        <p:blipFill>
          <a:blip xmlns:r="http://schemas.openxmlformats.org/officeDocument/2006/relationships" xmlns:a="http://schemas.openxmlformats.org/drawingml/2006/main" r:embed="R8580bdc4bbbb4341">
            <a:extLst>
              <a:ext uri="{96DAC541-7B7A-43D3-8B79-37D633B846F1}">
                <asvg:svgBlip xmlns:asvg="http://schemas.microsoft.com/office/drawing/2016/SVG/main" r:embed="R49ea3c215fa14a87"/>
              </a:ext>
            </a:extLst>
          </a:blip>
          <a:stretch xmlns:a="http://schemas.openxmlformats.org/drawingml/2006/main">
            <a:fillRect l="0" t="0" r="0" b="0"/>
          </a:stretch>
        </p:blipFill>
        <p:spPr>
          <a:xfrm xmlns:a="http://schemas.openxmlformats.org/drawingml/2006/main">
            <a:off x="596896" y="342900"/>
            <a:ext cx="1110395" cy="203200"/>
          </a:xfrm>
          <a:prstGeom xmlns:a="http://schemas.openxmlformats.org/drawingml/2006/main" prst="rect">
            <a:avLst/>
          </a:prstGeom>
        </p:spPr>
      </p:pic>
      <p:sp>
        <p:nvSpPr>
          <p:cNvPr id="5" name="Shape 1">
            <a:extLst xmlns:a="http://schemas.openxmlformats.org/drawingml/2006/main">
              <a:ext uri="{FF2B5EF4-FFF2-40B4-BE49-F238E27FC236}">
                <a16:creationId xmlns:a16="http://schemas.microsoft.com/office/drawing/2014/main" id="{B8CDFA09-8368-03D6-F8B2-1C9376DA61C9}"/>
              </a:ext>
            </a:extLst>
          </p:cNvPr>
          <p:cNvSpPr>
            <a:spLocks xmlns:a="http://schemas.openxmlformats.org/drawingml/2006/main" noGrp="1"/>
          </p:cNvSpPr>
          <p:nvPr/>
        </p:nvSpPr>
        <p:spPr>
          <a:xfrm xmlns:a="http://schemas.openxmlformats.org/drawingml/2006/main">
            <a:off x="10013899" y="6337300"/>
            <a:ext cx="380997" cy="762000"/>
          </a:xfrm>
          <a:prstGeom xmlns:a="http://schemas.openxmlformats.org/drawingml/2006/main" prst="roundRect">
            <a:avLst>
              <a:gd name="adj" fmla="val 99588"/>
            </a:avLst>
          </a:prstGeom>
          <a:solidFill xmlns:a="http://schemas.openxmlformats.org/drawingml/2006/main">
            <a:srgbClr val="FFBDD7">
              <a:alpha val="100000"/>
            </a:srgbClr>
          </a:solidFill>
        </p:spPr>
        <p:txBody>
          <a:bodyPr xmlns:a="http://schemas.openxmlformats.org/drawingml/2006/main"/>
          <a:lstStyle xmlns:a="http://schemas.openxmlformats.org/drawingml/2006/main"/>
          <a:p xmlns:a="http://schemas.openxmlformats.org/drawingml/2006/main">
            <a:endParaRPr sz="337"/>
          </a:p>
        </p:txBody>
      </p:sp>
      <p:sp>
        <p:nvSpPr>
          <p:cNvPr id="9" name="Pladsholder til medieklip 8">
            <a:extLst xmlns:a="http://schemas.openxmlformats.org/drawingml/2006/main">
              <a:ext uri="{FF2B5EF4-FFF2-40B4-BE49-F238E27FC236}">
                <a16:creationId xmlns:a16="http://schemas.microsoft.com/office/drawing/2014/main" id="{2B84353C-B575-0CF4-C99C-C52A1E27E631}"/>
              </a:ext>
            </a:extLst>
          </p:cNvPr>
          <p:cNvSpPr>
            <a:spLocks xmlns:a="http://schemas.openxmlformats.org/drawingml/2006/main" noGrp="1"/>
          </p:cNvSpPr>
          <p:nvPr>
            <p:ph type="media" idx="10"/>
          </p:nvPr>
        </p:nvSpPr>
        <p:spPr>
          <a:xfrm xmlns:a="http://schemas.openxmlformats.org/drawingml/2006/main">
            <a:off x="6096001" y="1718733"/>
            <a:ext cx="5419020" cy="3810000"/>
          </a:xfrm>
          <a:prstGeom xmlns:a="http://schemas.openxmlformats.org/drawingml/2006/main" prst="roundRect">
            <a:avLst>
              <a:gd name="adj" fmla="val 2018"/>
            </a:avLst>
          </a:prstGeom>
          <a:solidFill xmlns:a="http://schemas.openxmlformats.org/drawingml/2006/main">
            <a:schemeClr val="accent4">
              <a:lumMod val="20000"/>
              <a:lumOff val="80000"/>
            </a:schemeClr>
          </a:solidFill>
          <a:effectLst xmlns:a="http://schemas.openxmlformats.org/drawingml/2006/main">
            <a:outerShdw blurRad="431800" dist="50800" dir="5400000" algn="ctr" rotWithShape="0">
              <a:srgbClr val="000000">
                <a:alpha val="20000"/>
              </a:srgbClr>
            </a:outerShdw>
          </a:effectLst>
        </p:spPr>
        <p:txBody>
          <a:bodyPr xmlns:a="http://schemas.openxmlformats.org/drawingml/2006/main"/>
          <a:lstStyle xmlns:a="http://schemas.openxmlformats.org/drawingml/2006/main"/>
          <a:p xmlns:a="http://schemas.openxmlformats.org/drawingml/2006/main">
            <a:endParaRPr/>
          </a:p>
        </p:txBody>
      </p:sp>
      <p:sp>
        <p:nvSpPr>
          <p:cNvPr id="10" name="Pladsholder til tekst 15">
            <a:extLst xmlns:a="http://schemas.openxmlformats.org/drawingml/2006/main">
              <a:ext uri="{FF2B5EF4-FFF2-40B4-BE49-F238E27FC236}">
                <a16:creationId xmlns:a16="http://schemas.microsoft.com/office/drawing/2014/main" id="{60DF5441-D0EB-6F52-6F35-547FA02F8E95}"/>
              </a:ext>
            </a:extLst>
          </p:cNvPr>
          <p:cNvSpPr>
            <a:spLocks xmlns:a="http://schemas.openxmlformats.org/drawingml/2006/main" noGrp="1"/>
          </p:cNvSpPr>
          <p:nvPr>
            <p:ph type="body" idx="11" hasCustomPrompt="1"/>
          </p:nvPr>
        </p:nvSpPr>
        <p:spPr>
          <a:xfrm xmlns:a="http://schemas.openxmlformats.org/drawingml/2006/main">
            <a:off x="596898" y="1718734"/>
            <a:ext cx="3053877" cy="497681"/>
          </a:xfrm>
          <a:prstGeom xmlns:a="http://schemas.openxmlformats.org/drawingml/2006/main" prst="rect">
            <a:avLst/>
          </a:prstGeom>
        </p:spPr>
        <p:txBody>
          <a:bodyPr xmlns:a="http://schemas.openxmlformats.org/drawingml/2006/main"/>
          <a:lstStyle xmlns:a="http://schemas.openxmlformats.org/drawingml/2006/main">
            <a:lvl1pPr marL="0" indent="0" algn="l">
              <a:buNone/>
              <a:defRPr sz="3300" b="1">
                <a:solidFill>
                  <a:srgbClr val="3764E4"/>
                </a:solidFill>
              </a:defRPr>
            </a:lvl1pPr>
          </a:lstStyle>
          <a:p xmlns:a="http://schemas.openxmlformats.org/drawingml/2006/main">
            <a:pPr lvl="0">
              <a:buNone/>
            </a:pPr>
            <a:r>
              <a:t>Headline</a:t>
            </a:r>
            <a:endParaRPr/>
          </a:p>
        </p:txBody>
      </p:sp>
      <p:sp>
        <p:nvSpPr>
          <p:cNvPr id="2" name="Pladsholder til tekst 9">
            <a:extLst xmlns:a="http://schemas.openxmlformats.org/drawingml/2006/main">
              <a:ext uri="{FF2B5EF4-FFF2-40B4-BE49-F238E27FC236}">
                <a16:creationId xmlns:a16="http://schemas.microsoft.com/office/drawing/2014/main" id="{14051838-3408-C080-7EBC-9253C5BF5DD6}"/>
              </a:ext>
            </a:extLst>
          </p:cNvPr>
          <p:cNvSpPr>
            <a:spLocks xmlns:a="http://schemas.openxmlformats.org/drawingml/2006/main" noGrp="1"/>
          </p:cNvSpPr>
          <p:nvPr>
            <p:ph type="body" idx="12" hasCustomPrompt="1"/>
          </p:nvPr>
        </p:nvSpPr>
        <p:spPr>
          <a:xfrm xmlns:a="http://schemas.openxmlformats.org/drawingml/2006/main">
            <a:off x="596823" y="2597151"/>
            <a:ext cx="4539584" cy="1422400"/>
          </a:xfrm>
          <a:prstGeom xmlns:a="http://schemas.openxmlformats.org/drawingml/2006/main" prst="rect">
            <a:avLst/>
          </a:prstGeom>
        </p:spPr>
        <p:txBody>
          <a:bodyPr xmlns:a="http://schemas.openxmlformats.org/drawingml/2006/main"/>
          <a:lstStyle xmlns:a="http://schemas.openxmlformats.org/drawingml/2006/main">
            <a:lvl1pPr marL="171446" indent="-171446">
              <a:buSzPct val="60000"/>
              <a:buFontTx/>
              <a:buNone/>
              <a:defRPr>
                <a:latin typeface="+mn-lt"/>
                <a:ea typeface="+mn-lt"/>
                <a:cs typeface="+mn-lt"/>
              </a:defRPr>
            </a:lvl1pPr>
            <a:lvl2pPr marL="457189" indent="-228594">
              <a:buSzPct val="60000"/>
              <a:buFontTx/>
              <a:buNone/>
              <a:defRPr/>
            </a:lvl2pPr>
          </a:lstStyle>
          <a:p xmlns:a="http://schemas.openxmlformats.org/drawingml/2006/main">
            <a:pPr lvl="0">
              <a:buNone/>
            </a:pPr>
            <a:r>
              <a:t>Insert text</a:t>
            </a:r>
          </a:p>
          <a:p xmlns:a="http://schemas.openxmlformats.org/drawingml/2006/main">
            <a:pPr lvl="1">
              <a:buNone/>
            </a:pPr>
            <a:r>
              <a:t>Insert text 2</a:t>
            </a:r>
          </a:p>
          <a:p xmlns:a="http://schemas.openxmlformats.org/drawingml/2006/main">
            <a:pPr lvl="0">
              <a:buNone/>
            </a:pPr>
            <a:endParaRPr/>
          </a:p>
          <a:p xmlns:a="http://schemas.openxmlformats.org/drawingml/2006/main">
            <a:pPr lvl="0">
              <a:buNone/>
            </a:pPr>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3355d41f92747f3" /><Relationship Type="http://schemas.openxmlformats.org/officeDocument/2006/relationships/slideLayout" Target="/ppt/slideLayouts/slideLayout1.xml" Id="R642a753d9ebc4df0" /><Relationship Type="http://schemas.openxmlformats.org/officeDocument/2006/relationships/slideLayout" Target="/ppt/slideLayouts/slideLayout2.xml" Id="R9bb288e977d04b1a" /><Relationship Type="http://schemas.openxmlformats.org/officeDocument/2006/relationships/slideLayout" Target="/ppt/slideLayouts/slideLayout3.xml" Id="Rf8ae71733e3540e7" /><Relationship Type="http://schemas.openxmlformats.org/officeDocument/2006/relationships/slideLayout" Target="/ppt/slideLayouts/slideLayout4.xml" Id="R17e861cf3fc54f39" /><Relationship Type="http://schemas.openxmlformats.org/officeDocument/2006/relationships/slideLayout" Target="/ppt/slideLayouts/slideLayout5.xml" Id="R4c2c067b5e884824" /><Relationship Type="http://schemas.openxmlformats.org/officeDocument/2006/relationships/slideLayout" Target="/ppt/slideLayouts/slideLayout6.xml" Id="Rb4ed5c4d0cba457c" /><Relationship Type="http://schemas.openxmlformats.org/officeDocument/2006/relationships/slideLayout" Target="/ppt/slideLayouts/slideLayout7.xml" Id="Rb3e0cafe7a5a4be1" /><Relationship Type="http://schemas.openxmlformats.org/officeDocument/2006/relationships/slideLayout" Target="/ppt/slideLayouts/slideLayout8.xml" Id="R97cc7246375b4925" /><Relationship Type="http://schemas.openxmlformats.org/officeDocument/2006/relationships/slideLayout" Target="/ppt/slideLayouts/slideLayout9.xml" Id="Re7ab8ed9445f4186" /><Relationship Type="http://schemas.openxmlformats.org/officeDocument/2006/relationships/slideLayout" Target="/ppt/slideLayouts/slideLayout10.xml" Id="R4defa6887d524277" /><Relationship Type="http://schemas.openxmlformats.org/officeDocument/2006/relationships/slideLayout" Target="/ppt/slideLayouts/slideLayout11.xml" Id="R1fba2e4b079e4592"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42a753d9ebc4df0"/>
    <p:sldLayoutId xmlns:r="http://schemas.openxmlformats.org/officeDocument/2006/relationships" id="2147483650" r:id="R9bb288e977d04b1a"/>
    <p:sldLayoutId xmlns:r="http://schemas.openxmlformats.org/officeDocument/2006/relationships" id="2147483651" r:id="Rf8ae71733e3540e7"/>
    <p:sldLayoutId xmlns:r="http://schemas.openxmlformats.org/officeDocument/2006/relationships" id="2147483652" r:id="R17e861cf3fc54f39"/>
    <p:sldLayoutId xmlns:r="http://schemas.openxmlformats.org/officeDocument/2006/relationships" id="2147483653" r:id="R4c2c067b5e884824"/>
    <p:sldLayoutId xmlns:r="http://schemas.openxmlformats.org/officeDocument/2006/relationships" id="2147483654" r:id="Rb4ed5c4d0cba457c"/>
    <p:sldLayoutId xmlns:r="http://schemas.openxmlformats.org/officeDocument/2006/relationships" id="2147483655" r:id="Rb3e0cafe7a5a4be1"/>
    <p:sldLayoutId xmlns:r="http://schemas.openxmlformats.org/officeDocument/2006/relationships" id="2147483656" r:id="R97cc7246375b4925"/>
    <p:sldLayoutId xmlns:r="http://schemas.openxmlformats.org/officeDocument/2006/relationships" id="2147483657" r:id="Re7ab8ed9445f4186"/>
    <p:sldLayoutId xmlns:r="http://schemas.openxmlformats.org/officeDocument/2006/relationships" id="2147483658" r:id="R4defa6887d524277"/>
    <p:sldLayoutId xmlns:r="http://schemas.openxmlformats.org/officeDocument/2006/relationships" id="2147483659" r:id="R1fba2e4b079e4592"/>
  </p:sldLayoutIdLst>
  <p:hf sldNum="0" hdr="0" ftr="0" dt="0"/>
  <p:txStyles>
    <p:titleStyle>
      <a:lvl1pPr xmlns:a="http://schemas.openxmlformats.org/drawingml/2006/main" algn="ctr" defTabSz="457189">
        <a:spcBef>
          <a:spcPct val="0"/>
        </a:spcBef>
        <a:buNone/>
        <a:defRPr sz="2200" kern="1200">
          <a:solidFill>
            <a:schemeClr val="tx1"/>
          </a:solidFill>
          <a:latin typeface="+mj-lt"/>
          <a:ea typeface="+mj-lt"/>
          <a:cs typeface="+mj-lt"/>
        </a:defRPr>
      </a:lvl1pPr>
    </p:titleStyle>
    <p:bodyStyle>
      <a:lvl1pPr xmlns:a="http://schemas.openxmlformats.org/drawingml/2006/main" marL="171446" indent="-171446" algn="l" defTabSz="457189">
        <a:spcBef>
          <a:spcPct val="20000"/>
        </a:spcBef>
        <a:buFont typeface="Arial"/>
        <a:buChar char="•"/>
        <a:defRPr sz="1600" kern="1200">
          <a:solidFill>
            <a:schemeClr val="tx1"/>
          </a:solidFill>
          <a:latin typeface="+mn-lt"/>
          <a:ea typeface="+mn-lt"/>
          <a:cs typeface="+mn-lt"/>
        </a:defRPr>
      </a:lvl1pPr>
      <a:lvl2pPr xmlns:a="http://schemas.openxmlformats.org/drawingml/2006/main" marL="371465" indent="-142871" algn="l" defTabSz="457189">
        <a:spcBef>
          <a:spcPct val="20000"/>
        </a:spcBef>
        <a:buFont typeface="Arial"/>
        <a:buChar char="–"/>
        <a:defRPr sz="1400" kern="1200">
          <a:solidFill>
            <a:schemeClr val="tx1"/>
          </a:solidFill>
          <a:latin typeface="+mn-lt"/>
          <a:ea typeface="+mn-lt"/>
          <a:cs typeface="+mn-lt"/>
        </a:defRPr>
      </a:lvl2pPr>
      <a:lvl3pPr xmlns:a="http://schemas.openxmlformats.org/drawingml/2006/main" marL="571486" indent="-114297" algn="l" defTabSz="457189">
        <a:spcBef>
          <a:spcPct val="20000"/>
        </a:spcBef>
        <a:buFont typeface="Arial"/>
        <a:buChar char="•"/>
        <a:defRPr sz="1200" kern="1200">
          <a:solidFill>
            <a:schemeClr val="tx1"/>
          </a:solidFill>
          <a:latin typeface="+mn-lt"/>
          <a:ea typeface="+mn-lt"/>
          <a:cs typeface="+mn-lt"/>
        </a:defRPr>
      </a:lvl3pPr>
      <a:lvl4pPr xmlns:a="http://schemas.openxmlformats.org/drawingml/2006/main" marL="800080" indent="-114297" algn="l" defTabSz="457189">
        <a:spcBef>
          <a:spcPct val="20000"/>
        </a:spcBef>
        <a:buFont typeface="Arial"/>
        <a:buChar char="–"/>
        <a:defRPr sz="1000" kern="1200">
          <a:solidFill>
            <a:schemeClr val="tx1"/>
          </a:solidFill>
          <a:latin typeface="+mn-lt"/>
          <a:ea typeface="+mn-lt"/>
          <a:cs typeface="+mn-lt"/>
        </a:defRPr>
      </a:lvl4pPr>
      <a:lvl5pPr xmlns:a="http://schemas.openxmlformats.org/drawingml/2006/main" marL="1028674" indent="-114297" algn="l" defTabSz="457189">
        <a:spcBef>
          <a:spcPct val="20000"/>
        </a:spcBef>
        <a:buFont typeface="Arial"/>
        <a:buChar char="»"/>
        <a:defRPr sz="1000" kern="1200">
          <a:solidFill>
            <a:schemeClr val="tx1"/>
          </a:solidFill>
          <a:latin typeface="+mn-lt"/>
          <a:ea typeface="+mn-lt"/>
          <a:cs typeface="+mn-lt"/>
        </a:defRPr>
      </a:lvl5pPr>
      <a:lvl6pPr xmlns:a="http://schemas.openxmlformats.org/drawingml/2006/main" marL="1257269" indent="-114297" algn="l" defTabSz="457189">
        <a:spcBef>
          <a:spcPct val="20000"/>
        </a:spcBef>
        <a:buFont typeface="Arial"/>
        <a:buChar char="•"/>
        <a:defRPr sz="1000" kern="1200">
          <a:solidFill>
            <a:schemeClr val="tx1"/>
          </a:solidFill>
          <a:latin typeface="+mn-lt"/>
          <a:ea typeface="+mn-lt"/>
          <a:cs typeface="+mn-lt"/>
        </a:defRPr>
      </a:lvl6pPr>
      <a:lvl7pPr xmlns:a="http://schemas.openxmlformats.org/drawingml/2006/main" marL="1485863" indent="-114297" algn="l" defTabSz="457189">
        <a:spcBef>
          <a:spcPct val="20000"/>
        </a:spcBef>
        <a:buFont typeface="Arial"/>
        <a:buChar char="•"/>
        <a:defRPr sz="1000" kern="1200">
          <a:solidFill>
            <a:schemeClr val="tx1"/>
          </a:solidFill>
          <a:latin typeface="+mn-lt"/>
          <a:ea typeface="+mn-lt"/>
          <a:cs typeface="+mn-lt"/>
        </a:defRPr>
      </a:lvl7pPr>
      <a:lvl8pPr xmlns:a="http://schemas.openxmlformats.org/drawingml/2006/main" marL="1714457" indent="-114297" algn="l" defTabSz="457189">
        <a:spcBef>
          <a:spcPct val="20000"/>
        </a:spcBef>
        <a:buFont typeface="Arial"/>
        <a:buChar char="•"/>
        <a:defRPr sz="1000" kern="1200">
          <a:solidFill>
            <a:schemeClr val="tx1"/>
          </a:solidFill>
          <a:latin typeface="+mn-lt"/>
          <a:ea typeface="+mn-lt"/>
          <a:cs typeface="+mn-lt"/>
        </a:defRPr>
      </a:lvl8pPr>
      <a:lvl9pPr xmlns:a="http://schemas.openxmlformats.org/drawingml/2006/main" marL="1943051" indent="-114297" algn="l" defTabSz="457189">
        <a:spcBef>
          <a:spcPct val="20000"/>
        </a:spcBef>
        <a:buFont typeface="Arial"/>
        <a:buChar char="•"/>
        <a:defRPr sz="1000" kern="1200">
          <a:solidFill>
            <a:schemeClr val="tx1"/>
          </a:solidFill>
          <a:latin typeface="+mn-lt"/>
          <a:ea typeface="+mn-lt"/>
          <a:cs typeface="+mn-lt"/>
        </a:defRPr>
      </a:lvl9pPr>
    </p:bodyStyle>
    <p:otherStyle>
      <a:lvl1pPr xmlns:a="http://schemas.openxmlformats.org/drawingml/2006/main" marL="0" algn="l" defTabSz="457189">
        <a:buNone/>
        <a:defRPr sz="900" kern="1200">
          <a:solidFill>
            <a:schemeClr val="tx1"/>
          </a:solidFill>
          <a:latin typeface="+mn-lt"/>
          <a:ea typeface="+mn-lt"/>
          <a:cs typeface="+mn-lt"/>
        </a:defRPr>
      </a:lvl1pPr>
      <a:lvl2pPr xmlns:a="http://schemas.openxmlformats.org/drawingml/2006/main" marL="228594" algn="l" defTabSz="457189">
        <a:buNone/>
        <a:defRPr sz="900" kern="1200">
          <a:solidFill>
            <a:schemeClr val="tx1"/>
          </a:solidFill>
          <a:latin typeface="+mn-lt"/>
          <a:ea typeface="+mn-lt"/>
          <a:cs typeface="+mn-lt"/>
        </a:defRPr>
      </a:lvl2pPr>
      <a:lvl3pPr xmlns:a="http://schemas.openxmlformats.org/drawingml/2006/main" marL="457189" algn="l" defTabSz="457189">
        <a:buNone/>
        <a:defRPr sz="900" kern="1200">
          <a:solidFill>
            <a:schemeClr val="tx1"/>
          </a:solidFill>
          <a:latin typeface="+mn-lt"/>
          <a:ea typeface="+mn-lt"/>
          <a:cs typeface="+mn-lt"/>
        </a:defRPr>
      </a:lvl3pPr>
      <a:lvl4pPr xmlns:a="http://schemas.openxmlformats.org/drawingml/2006/main" marL="685783" algn="l" defTabSz="457189">
        <a:buNone/>
        <a:defRPr sz="900" kern="1200">
          <a:solidFill>
            <a:schemeClr val="tx1"/>
          </a:solidFill>
          <a:latin typeface="+mn-lt"/>
          <a:ea typeface="+mn-lt"/>
          <a:cs typeface="+mn-lt"/>
        </a:defRPr>
      </a:lvl4pPr>
      <a:lvl5pPr xmlns:a="http://schemas.openxmlformats.org/drawingml/2006/main" marL="914377" algn="l" defTabSz="457189">
        <a:buNone/>
        <a:defRPr sz="900" kern="1200">
          <a:solidFill>
            <a:schemeClr val="tx1"/>
          </a:solidFill>
          <a:latin typeface="+mn-lt"/>
          <a:ea typeface="+mn-lt"/>
          <a:cs typeface="+mn-lt"/>
        </a:defRPr>
      </a:lvl5pPr>
      <a:lvl6pPr xmlns:a="http://schemas.openxmlformats.org/drawingml/2006/main" marL="1142971" algn="l" defTabSz="457189">
        <a:buNone/>
        <a:defRPr sz="900" kern="1200">
          <a:solidFill>
            <a:schemeClr val="tx1"/>
          </a:solidFill>
          <a:latin typeface="+mn-lt"/>
          <a:ea typeface="+mn-lt"/>
          <a:cs typeface="+mn-lt"/>
        </a:defRPr>
      </a:lvl6pPr>
      <a:lvl7pPr xmlns:a="http://schemas.openxmlformats.org/drawingml/2006/main" marL="1371566" algn="l" defTabSz="457189">
        <a:buNone/>
        <a:defRPr sz="900" kern="1200">
          <a:solidFill>
            <a:schemeClr val="tx1"/>
          </a:solidFill>
          <a:latin typeface="+mn-lt"/>
          <a:ea typeface="+mn-lt"/>
          <a:cs typeface="+mn-lt"/>
        </a:defRPr>
      </a:lvl7pPr>
      <a:lvl8pPr xmlns:a="http://schemas.openxmlformats.org/drawingml/2006/main" marL="1600160" algn="l" defTabSz="457189">
        <a:buNone/>
        <a:defRPr sz="900" kern="1200">
          <a:solidFill>
            <a:schemeClr val="tx1"/>
          </a:solidFill>
          <a:latin typeface="+mn-lt"/>
          <a:ea typeface="+mn-lt"/>
          <a:cs typeface="+mn-lt"/>
        </a:defRPr>
      </a:lvl8pPr>
      <a:lvl9pPr xmlns:a="http://schemas.openxmlformats.org/drawingml/2006/main" marL="1828754" algn="l" defTabSz="457189">
        <a:buNone/>
        <a:defRPr sz="9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Relewise tema 5">
  <a:themeElements>
    <a:clrScheme name="Brugerdefineret 1">
      <a:dk1>
        <a:srgbClr val="292929"/>
      </a:dk1>
      <a:lt1>
        <a:srgbClr val="E6EFFA"/>
      </a:lt1>
      <a:dk2>
        <a:srgbClr val="3764E4"/>
      </a:dk2>
      <a:lt2>
        <a:srgbClr val="53CF78"/>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Brugerdefineret 2">
      <a:majorFont>
        <a:latin typeface="Italian Plate No2 Expanded Bold"/>
        <a:ea typeface=""/>
        <a:cs typeface=""/>
      </a:majorFont>
      <a:minorFont>
        <a:latin typeface="Italian Plate No2 Expanded"/>
        <a:ea typeface=""/>
        <a:cs typeface=""/>
      </a:minorFont>
    </a:fontScheme>
    <a:fmtScheme name="Brugerdefineret 1">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3.xml" Id="R4320a644ece74126" /><Relationship Type="http://schemas.openxmlformats.org/officeDocument/2006/relationships/notesSlide" Target="/ppt/notesSlides/notesSlide1.xml" Id="R2ef4c36bbf5e4547" /></Relationships>
</file>

<file path=ppt/slides/_rels/slide2.xml.rels>&#65279;<?xml version="1.0" encoding="utf-8"?><Relationships xmlns="http://schemas.openxmlformats.org/package/2006/relationships"><Relationship Type="http://schemas.openxmlformats.org/officeDocument/2006/relationships/slideLayout" Target="/ppt/slideLayouts/slideLayout3.xml" Id="Rdda1b17112e3472c" /><Relationship Type="http://schemas.openxmlformats.org/officeDocument/2006/relationships/notesSlide" Target="/ppt/notesSlides/notesSlide2.xml" Id="Rae0c7179f874495f" /></Relationships>
</file>

<file path=ppt/slides/_rels/slide3.xml.rels>&#65279;<?xml version="1.0" encoding="utf-8"?><Relationships xmlns="http://schemas.openxmlformats.org/package/2006/relationships"><Relationship Type="http://schemas.openxmlformats.org/officeDocument/2006/relationships/slideLayout" Target="/ppt/slideLayouts/slideLayout3.xml" Id="R7a65875bd2204620" /><Relationship Type="http://schemas.openxmlformats.org/officeDocument/2006/relationships/notesSlide" Target="/ppt/notesSlides/notesSlide3.xml" Id="R537b6930a00f47cc" /></Relationships>
</file>

<file path=ppt/slides/_rels/slide4.xml.rels>&#65279;<?xml version="1.0" encoding="utf-8"?><Relationships xmlns="http://schemas.openxmlformats.org/package/2006/relationships"><Relationship Type="http://schemas.openxmlformats.org/officeDocument/2006/relationships/slideLayout" Target="/ppt/slideLayouts/slideLayout3.xml" Id="R617e713a011749e4" /><Relationship Type="http://schemas.openxmlformats.org/officeDocument/2006/relationships/notesSlide" Target="/ppt/notesSlides/notesSlide4.xml" Id="R671cfd3273a44349"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graphicFrame>
        <p:nvGraphicFramePr>
          <p:cNvPr id="7" name="Google Shape;472;p42">
            <a:extLst xmlns:a="http://schemas.openxmlformats.org/drawingml/2006/main">
              <a:ext uri="{FF2B5EF4-FFF2-40B4-BE49-F238E27FC236}">
                <a16:creationId xmlns:a16="http://schemas.microsoft.com/office/drawing/2014/main" id="{B82DB62D-5993-4A7E-BB95-E0F3892F1E3E}"/>
              </a:ext>
            </a:extLst>
          </p:cNvPr>
          <p:cNvGraphicFramePr/>
          <p:nvPr/>
        </p:nvGraphicFramePr>
        <p:xfrm>
          <a:off xmlns:a="http://schemas.openxmlformats.org/drawingml/2006/main" x="615948" y="1222328"/>
          <a:ext xmlns:a="http://schemas.openxmlformats.org/drawingml/2006/main" cx="11218089" cy="5423022"/>
        </p:xfrm>
        <a:graphic xmlns:a="http://schemas.openxmlformats.org/drawingml/2006/main">
          <a:graphicData uri="http://schemas.openxmlformats.org/drawingml/2006/table">
            <a:tbl>
              <a:tblPr>
                <a:tableStyleId>{3B4B98B0-60AC-42C2-AFA5-B58CD77FA1E5}</a:tableStyleId>
              </a:tblPr>
              <a:tblGrid>
                <a:gridCol w="1541654"/>
                <a:gridCol w="9676435"/>
              </a:tblGrid>
              <a:tr h="1132282">
                <a:tc>
                  <a:txBody>
                    <a:bodyPr/>
                    <a:lstStyle/>
                    <a:p>
                      <a:pPr marL="0" lvl="0" indent="0" algn="l">
                        <a:spcBef>
                          <a:spcPts val="0"/>
                        </a:spcBef>
                        <a:spcAft>
                          <a:spcPts val="0"/>
                        </a:spcAft>
                        <a:buNone/>
                      </a:pPr>
                      <a:r>
                        <a:rPr sz="2000" b="1" i="0">
                          <a:solidFill>
                            <a:srgbClr val="3764E4"/>
                          </a:solidFill>
                          <a:latin typeface="Italian Plate No2 Expanded"/>
                          <a:ea typeface="Italian Plate No2 Expanded"/>
                          <a:cs typeface="Italian Plate No2 Expanded"/>
                        </a:rPr>
                        <a:t>Goal</a:t>
                      </a:r>
                    </a:p>
                  </a:txBody>
                  <a:tcPr marL="121884" marR="121884" marT="121884" marB="121884">
                    <a:lnT w="12700" cmpd="sng">
                      <a:solidFill>
                        <a:srgbClr val="3764E4"/>
                      </a:solidFill>
                      <a:prstDash val="solid"/>
                    </a:lnT>
                  </a:tcPr>
                </a:tc>
                <a:tc>
                  <a:txBody>
                    <a:bodyPr/>
                    <a:lstStyle/>
                    <a:p>
                      <a:pPr marL="0" lvl="0" indent="0" algn="l">
                        <a:spcBef>
                          <a:spcPts val="0"/>
                        </a:spcBef>
                        <a:spcAft>
                          <a:spcPts val="0"/>
                        </a:spcAft>
                        <a:buNone/>
                      </a:pPr>
                      <a:r>
                        <a:rPr sz="2000" b="1" i="0">
                          <a:solidFill>
                            <a:srgbClr val="3764E4"/>
                          </a:solidFill>
                          <a:latin typeface="Italian Plate No2 Expanded"/>
                          <a:ea typeface="Italian Plate No2 Expanded"/>
                          <a:cs typeface="Italian Plate No2 Expanded"/>
                        </a:rPr>
                        <a:t>Help B2B buyers find the right parts and keep daily optimization in your hands.</a:t>
                      </a:r>
                    </a:p>
                  </a:txBody>
                  <a:tcPr marL="121884" marR="121884" marT="121884" marB="121884">
                    <a:lnT w="12700" cmpd="sng">
                      <a:solidFill>
                        <a:srgbClr val="3764E4"/>
                      </a:solidFill>
                      <a:prstDash val="solid"/>
                    </a:lnT>
                  </a:tcPr>
                </a:tc>
              </a:tr>
              <a:tr h="1191880">
                <a:tc>
                  <a:txBody>
                    <a:bodyPr/>
                    <a:lstStyle/>
                    <a:p>
                      <a:pPr marL="0" lvl="0" indent="0" algn="l">
                        <a:spcBef>
                          <a:spcPts val="0"/>
                        </a:spcBef>
                        <a:spcAft>
                          <a:spcPts val="0"/>
                        </a:spcAft>
                        <a:buNone/>
                      </a:pPr>
                      <a:r>
                        <a:rPr sz="1600" b="1" i="0">
                          <a:solidFill>
                            <a:srgbClr val="3764E4"/>
                          </a:solidFill>
                          <a:latin typeface="Italian Plate No2 Expanded"/>
                          <a:ea typeface="Italian Plate No2 Expanded"/>
                          <a:cs typeface="Italian Plate No2 Expanded"/>
                        </a:rPr>
                        <a:t>Current</a:t>
                      </a:r>
                      <a:endParaRPr sz="1600" b="0" i="0">
                        <a:solidFill>
                          <a:schemeClr val="dk1"/>
                        </a:solidFill>
                        <a:latin typeface="Italian Plate No2 Expanded"/>
                        <a:ea typeface="Italian Plate No2 Expanded"/>
                        <a:cs typeface="Italian Plate No2 Expanded"/>
                      </a:endParaRPr>
                    </a:p>
                    <a:p>
                      <a:pPr marL="0" lvl="0" indent="0" algn="l">
                        <a:spcBef>
                          <a:spcPts val="0"/>
                        </a:spcBef>
                        <a:spcAft>
                          <a:spcPts val="0"/>
                        </a:spcAft>
                        <a:buNone/>
                      </a:pPr>
                      <a:r>
                        <a:rPr sz="1600" b="1" i="0">
                          <a:solidFill>
                            <a:srgbClr val="3764E4"/>
                          </a:solidFill>
                          <a:latin typeface="Italian Plate No2 Expanded"/>
                          <a:ea typeface="Italian Plate No2 Expanded"/>
                          <a:cs typeface="Italian Plate No2 Expanded"/>
                        </a:rPr>
                        <a:t>state</a:t>
                      </a:r>
                      <a:endParaRPr sz="1600" b="0" i="0">
                        <a:solidFill>
                          <a:schemeClr val="dk1"/>
                        </a:solidFill>
                        <a:latin typeface="Italian Plate No2 Expanded"/>
                        <a:ea typeface="Italian Plate No2 Expanded"/>
                        <a:cs typeface="Italian Plate No2 Expanded"/>
                      </a:endParaRPr>
                    </a:p>
                  </a:txBody>
                  <a:tcPr marL="121884" marR="121884" marT="121884" marB="121884"/>
                </a:tc>
                <a:tc>
                  <a:txBody>
                    <a:bodyPr/>
                    <a:lstStyle/>
                    <a:p>
                      <a:pPr marL="285750" lvl="0" indent="-285750" algn="l">
                        <a:spcBef>
                          <a:spcPts val="0"/>
                        </a:spcBef>
                        <a:spcAft>
                          <a:spcPts val="0"/>
                        </a:spcAft>
                        <a:buFont typeface="Arial"/>
                        <a:buChar char="•"/>
                      </a:pPr>
                      <a:r>
                        <a:rPr sz="1600" b="0" i="0">
                          <a:solidFill>
                            <a:schemeClr val="dk1"/>
                          </a:solidFill>
                          <a:latin typeface="Italian Plate No2 Expanded"/>
                          <a:ea typeface="Italian Plate No2 Expanded"/>
                          <a:cs typeface="Italian Plate No2 Expanded"/>
                        </a:rPr>
                        <a:t>Complex server and component relationships</a:t>
                      </a:r>
                    </a:p>
                    <a:p>
                      <a:pPr marL="285750" lvl="0" indent="-285750" algn="l">
                        <a:spcBef>
                          <a:spcPts val="0"/>
                        </a:spcBef>
                        <a:spcAft>
                          <a:spcPts val="0"/>
                        </a:spcAft>
                        <a:buFont typeface="Arial"/>
                        <a:buChar char="•"/>
                      </a:pPr>
                      <a:r>
                        <a:rPr sz="1600" b="0" i="0">
                          <a:solidFill>
                            <a:schemeClr val="dk1"/>
                          </a:solidFill>
                          <a:latin typeface="Italian Plate No2 Expanded"/>
                          <a:ea typeface="Italian Plate No2 Expanded"/>
                          <a:cs typeface="Italian Plate No2 Expanded"/>
                        </a:rPr>
                        <a:t>Part numbers matter in repeat purchasing</a:t>
                      </a:r>
                    </a:p>
                    <a:p>
                      <a:pPr marL="285750" lvl="0" indent="-285750" algn="l">
                        <a:spcBef>
                          <a:spcPts val="0"/>
                        </a:spcBef>
                        <a:spcAft>
                          <a:spcPts val="0"/>
                        </a:spcAft>
                        <a:buFont typeface="Arial"/>
                        <a:buChar char="•"/>
                      </a:pPr>
                      <a:r>
                        <a:rPr sz="1600" b="0" i="0">
                          <a:solidFill>
                            <a:schemeClr val="dk1"/>
                          </a:solidFill>
                          <a:latin typeface="Italian Plate No2 Expanded"/>
                          <a:ea typeface="Italian Plate No2 Expanded"/>
                          <a:cs typeface="Italian Plate No2 Expanded"/>
                        </a:rPr>
                        <a:t>Implementation effort and daily control need proof</a:t>
                      </a:r>
                    </a:p>
                  </a:txBody>
                  <a:tcPr marL="121884" marR="121884" marT="121884" marB="121884"/>
                </a:tc>
              </a:tr>
              <a:tr h="1191880">
                <a:tc>
                  <a:txBody>
                    <a:bodyPr/>
                    <a:lstStyle/>
                    <a:p>
                      <a:pPr marL="0" lvl="0" indent="0" algn="l">
                        <a:spcBef>
                          <a:spcPts val="0"/>
                        </a:spcBef>
                        <a:spcAft>
                          <a:spcPts val="0"/>
                        </a:spcAft>
                        <a:buNone/>
                      </a:pPr>
                      <a:r>
                        <a:rPr sz="1600" b="1">
                          <a:solidFill>
                            <a:srgbClr val="3764E4"/>
                          </a:solidFill>
                          <a:latin typeface="Italian Plate No2 Expanded"/>
                          <a:ea typeface="Italian Plate No2 Expanded"/>
                          <a:cs typeface="Italian Plate No2 Expanded"/>
                        </a:rPr>
                        <a:t>Needs</a:t>
                      </a:r>
                      <a:endParaRPr sz="1600" b="0" i="0">
                        <a:solidFill>
                          <a:schemeClr val="dk1"/>
                        </a:solidFill>
                        <a:latin typeface="Italian Plate No2 Expanded"/>
                        <a:ea typeface="Italian Plate No2 Expanded"/>
                        <a:cs typeface="Italian Plate No2 Expanded"/>
                      </a:endParaRPr>
                    </a:p>
                  </a:txBody>
                  <a:tcPr marL="121884" marR="121884" marT="121884" marB="121884"/>
                </a:tc>
                <a:tc>
                  <a:txBody>
                    <a:bodyPr/>
                    <a:lstStyle/>
                    <a:p>
                      <a:pPr marL="285750" lvl="0" indent="-285750" algn="l">
                        <a:spcBef>
                          <a:spcPts val="0"/>
                        </a:spcBef>
                        <a:spcAft>
                          <a:spcPts val="0"/>
                        </a:spcAft>
                        <a:buFont typeface="Arial"/>
                        <a:buChar char="•"/>
                      </a:pPr>
                      <a:r>
                        <a:rPr sz="1600" b="0" i="0">
                          <a:solidFill>
                            <a:schemeClr val="dk1"/>
                          </a:solidFill>
                          <a:latin typeface="Italian Plate No2 Expanded"/>
                          <a:ea typeface="Italian Plate No2 Expanded"/>
                          <a:cs typeface="Italian Plate No2 Expanded"/>
                        </a:rPr>
                        <a:t>Accurate part and model search</a:t>
                      </a:r>
                    </a:p>
                    <a:p>
                      <a:pPr marL="285750" lvl="0" indent="-285750" algn="l">
                        <a:spcBef>
                          <a:spcPts val="0"/>
                        </a:spcBef>
                        <a:spcAft>
                          <a:spcPts val="0"/>
                        </a:spcAft>
                        <a:buFont typeface="Arial"/>
                        <a:buChar char="•"/>
                      </a:pPr>
                      <a:r>
                        <a:rPr sz="1600" b="0" i="0">
                          <a:solidFill>
                            <a:schemeClr val="dk1"/>
                          </a:solidFill>
                          <a:latin typeface="Italian Plate No2 Expanded"/>
                          <a:ea typeface="Italian Plate No2 Expanded"/>
                          <a:cs typeface="Italian Plate No2 Expanded"/>
                        </a:rPr>
                        <a:t>Recommendations using supplied relationships</a:t>
                      </a:r>
                    </a:p>
                    <a:p>
                      <a:pPr marL="285750" lvl="0" indent="-285750" algn="l">
                        <a:spcBef>
                          <a:spcPts val="0"/>
                        </a:spcBef>
                        <a:spcAft>
                          <a:spcPts val="0"/>
                        </a:spcAft>
                        <a:buFont typeface="Arial"/>
                        <a:buChar char="•"/>
                      </a:pPr>
                      <a:r>
                        <a:rPr sz="1600" b="0" i="0">
                          <a:solidFill>
                            <a:schemeClr val="dk1"/>
                          </a:solidFill>
                          <a:latin typeface="Italian Plate No2 Expanded"/>
                          <a:ea typeface="Italian Plate No2 Expanded"/>
                          <a:cs typeface="Italian Plate No2 Expanded"/>
                        </a:rPr>
                        <a:t>Self-service merchandising after integration</a:t>
                      </a:r>
                    </a:p>
                  </a:txBody>
                  <a:tcPr marL="121884" marR="121884" marT="121884" marB="121884"/>
                </a:tc>
              </a:tr>
              <a:tr h="1191880">
                <a:tc>
                  <a:txBody>
                    <a:bodyPr/>
                    <a:lstStyle/>
                    <a:p>
                      <a:pPr marL="0" lvl="0" indent="0" algn="l">
                        <a:spcBef>
                          <a:spcPts val="0"/>
                        </a:spcBef>
                        <a:spcAft>
                          <a:spcPts val="0"/>
                        </a:spcAft>
                        <a:buNone/>
                      </a:pPr>
                      <a:r>
                        <a:rPr sz="1600" b="1">
                          <a:solidFill>
                            <a:srgbClr val="3764E4"/>
                          </a:solidFill>
                          <a:latin typeface="Italian Plate No2 Expanded"/>
                          <a:ea typeface="Italian Plate No2 Expanded"/>
                          <a:cs typeface="Italian Plate No2 Expanded"/>
                        </a:rPr>
                        <a:t>Value</a:t>
                      </a:r>
                      <a:endParaRPr sz="1600" b="0" i="0">
                        <a:solidFill>
                          <a:schemeClr val="dk1"/>
                        </a:solidFill>
                        <a:latin typeface="Italian Plate No2 Expanded"/>
                        <a:ea typeface="Italian Plate No2 Expanded"/>
                        <a:cs typeface="Italian Plate No2 Expanded"/>
                      </a:endParaRPr>
                    </a:p>
                  </a:txBody>
                  <a:tcPr marL="121884" marR="121884" marT="121884" marB="121884"/>
                </a:tc>
                <a:tc>
                  <a:txBody>
                    <a:bodyPr/>
                    <a:lstStyle/>
                    <a:p>
                      <a:pPr marL="285750" lvl="0" indent="-285750" algn="l">
                        <a:spcBef>
                          <a:spcPts val="0"/>
                        </a:spcBef>
                        <a:spcAft>
                          <a:spcPts val="0"/>
                        </a:spcAft>
                        <a:buFont typeface="Arial"/>
                        <a:buChar char="•"/>
                      </a:pPr>
                      <a:r>
                        <a:rPr sz="1600" b="0" i="0">
                          <a:solidFill>
                            <a:schemeClr val="dk1"/>
                          </a:solidFill>
                          <a:latin typeface="Italian Plate No2 Expanded"/>
                          <a:ea typeface="Italian Plate No2 Expanded"/>
                          <a:cs typeface="Italian Plate No2 Expanded"/>
                        </a:rPr>
                        <a:t>Easier purchasing for repeat buyers</a:t>
                      </a:r>
                    </a:p>
                    <a:p>
                      <a:pPr marL="285750" lvl="0" indent="-285750" algn="l">
                        <a:spcBef>
                          <a:spcPts val="0"/>
                        </a:spcBef>
                        <a:spcAft>
                          <a:spcPts val="0"/>
                        </a:spcAft>
                        <a:buFont typeface="Arial"/>
                        <a:buChar char="•"/>
                      </a:pPr>
                      <a:r>
                        <a:rPr sz="1600" b="0" i="0">
                          <a:solidFill>
                            <a:schemeClr val="dk1"/>
                          </a:solidFill>
                          <a:latin typeface="Italian Plate No2 Expanded"/>
                          <a:ea typeface="Italian Plate No2 Expanded"/>
                          <a:cs typeface="Italian Plate No2 Expanded"/>
                        </a:rPr>
                        <a:t>Less manual effort in product discovery</a:t>
                      </a:r>
                    </a:p>
                    <a:p>
                      <a:pPr marL="285750" lvl="0" indent="-285750" algn="l">
                        <a:spcBef>
                          <a:spcPts val="0"/>
                        </a:spcBef>
                        <a:spcAft>
                          <a:spcPts val="0"/>
                        </a:spcAft>
                        <a:buFont typeface="Arial"/>
                        <a:buChar char="•"/>
                      </a:pPr>
                      <a:r>
                        <a:rPr sz="1600" b="0" i="0">
                          <a:solidFill>
                            <a:schemeClr val="dk1"/>
                          </a:solidFill>
                          <a:latin typeface="Italian Plate No2 Expanded"/>
                          <a:ea typeface="Italian Plate No2 Expanded"/>
                          <a:cs typeface="Italian Plate No2 Expanded"/>
                        </a:rPr>
                        <a:t>More control over everyday changes</a:t>
                      </a:r>
                    </a:p>
                  </a:txBody>
                  <a:tcPr marL="121884" marR="121884" marT="121884" marB="121884"/>
                </a:tc>
              </a:tr>
              <a:tr h="715100">
                <a:tc>
                  <a:txBody>
                    <a:bodyPr/>
                    <a:lstStyle/>
                    <a:p>
                      <a:pPr marL="0" lvl="0" indent="0" algn="l">
                        <a:spcBef>
                          <a:spcPts val="0"/>
                        </a:spcBef>
                        <a:spcAft>
                          <a:spcPts val="0"/>
                        </a:spcAft>
                        <a:buNone/>
                      </a:pPr>
                      <a:r>
                        <a:rPr sz="1600" b="1" i="0">
                          <a:solidFill>
                            <a:srgbClr val="3764E4"/>
                          </a:solidFill>
                          <a:latin typeface="Italian Plate No2 Expanded"/>
                          <a:ea typeface="Italian Plate No2 Expanded"/>
                          <a:cs typeface="Italian Plate No2 Expanded"/>
                        </a:rPr>
                        <a:t>Deadline</a:t>
                      </a:r>
                      <a:endParaRPr sz="1600" b="0" i="0">
                        <a:solidFill>
                          <a:schemeClr val="dk1"/>
                        </a:solidFill>
                        <a:latin typeface="Italian Plate No2 Expanded"/>
                        <a:ea typeface="Italian Plate No2 Expanded"/>
                        <a:cs typeface="Italian Plate No2 Expanded"/>
                      </a:endParaRPr>
                    </a:p>
                  </a:txBody>
                  <a:tcPr marL="121884" marR="121884" marT="121884" marB="121884"/>
                </a:tc>
                <a:tc>
                  <a:txBody>
                    <a:bodyPr/>
                    <a:lstStyle/>
                    <a:p>
                      <a:r>
                        <a:rPr sz="1600"/>
                        <a:t>Technical evaluation: 9 November 2026. Outcome deadline to confirm.</a:t>
                      </a:r>
                    </a:p>
                  </a:txBody>
                  <a:tcPr marL="121884" marR="121884" marT="121884" marB="121884"/>
                </a:tc>
              </a:tr>
            </a:tbl>
          </a:graphicData>
        </a:graphic>
      </p:graphicFrame>
      <p:sp>
        <p:nvSpPr>
          <p:cNvPr id="5" name="Text 0">
            <a:extLst xmlns:a="http://schemas.openxmlformats.org/drawingml/2006/main">
              <a:ext uri="{FF2B5EF4-FFF2-40B4-BE49-F238E27FC236}">
                <a16:creationId xmlns:a16="http://schemas.microsoft.com/office/drawing/2014/main" id="{50395DAB-5B9F-BA31-07C0-0EF8464DF268}"/>
              </a:ext>
            </a:extLst>
          </p:cNvPr>
          <p:cNvSpPr>
            <a:spLocks xmlns:a="http://schemas.openxmlformats.org/drawingml/2006/main" noGrp="1"/>
          </p:cNvSpPr>
          <p:nvPr/>
        </p:nvSpPr>
        <p:spPr>
          <a:xfrm xmlns:a="http://schemas.openxmlformats.org/drawingml/2006/main">
            <a:off x="615947" y="663111"/>
            <a:ext cx="5359551" cy="41481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3200" b="1">
                <a:solidFill>
                  <a:srgbClr val="3764E4">
                    <a:alpha val="100000"/>
                  </a:srgbClr>
                </a:solidFill>
                <a:latin typeface="Italian Plate No2 Expanded Bold"/>
                <a:ea typeface="Italian Plate No2 Expanded Bold"/>
                <a:cs typeface="Italian Plate No2 Expanded Bold"/>
              </a:rPr>
              <a:t>Situation at Renewtech</a:t>
            </a:r>
            <a:endParaRPr sz="3200" b="1"/>
          </a:p>
        </p:txBody>
      </p:sp>
    </p:spTree>
    <p:extLst>
      <p:ext uri="{BB962C8B-B14F-4D97-AF65-F5344CB8AC3E}">
        <p14:creationId xmlns:p14="http://schemas.microsoft.com/office/powerpoint/2010/main" val="2528319141"/>
      </p:ext>
    </p:extLst>
  </p:cSld>
</p:sld>
</file>

<file path=ppt/slides/slide2.xml><?xml version="1.0" encoding="utf-8"?>
<p:sld xmlns:p="http://schemas.openxmlformats.org/presentationml/2006/main">
  <p:cSld>
    <p:bg>
      <p:bgPr>
        <a:solidFill xmlns:a="http://schemas.openxmlformats.org/drawingml/2006/main">
          <a:srgbClr val="E6EFFA"/>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76AB23CC-08D0-4F16-A6BF-706691E0F5E8}"/>
              </a:ext>
            </a:extLst>
          </p:cNvPr>
          <p:cNvSpPr>
            <a:spLocks xmlns:a="http://schemas.openxmlformats.org/drawingml/2006/main" noGrp="1"/>
          </p:cNvSpPr>
          <p:nvPr/>
        </p:nvSpPr>
        <p:spPr>
          <a:xfrm xmlns:a="http://schemas.openxmlformats.org/drawingml/2006/main">
            <a:off x="619125" y="666750"/>
            <a:ext cx="1104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3764E4"/>
                </a:solidFill>
                <a:latin typeface="Italian Plate No2 Expanded"/>
                <a:ea typeface="Italian Plate No2 Expanded"/>
                <a:cs typeface="Italian Plate No2 Expanded"/>
              </a:defRPr>
            </a:defPPr>
            <a:lvl1pPr>
              <a:defRPr sz="3000" b="1">
                <a:solidFill>
                  <a:srgbClr val="3764E4"/>
                </a:solidFill>
                <a:latin typeface="Italian Plate No2 Expanded"/>
                <a:ea typeface="Italian Plate No2 Expanded"/>
                <a:cs typeface="Italian Plate No2 Expanded"/>
              </a:defRPr>
            </a:lvl1pPr>
            <a:lvl2pPr>
              <a:defRPr sz="3000" b="1">
                <a:solidFill>
                  <a:srgbClr val="3764E4"/>
                </a:solidFill>
                <a:latin typeface="Italian Plate No2 Expanded"/>
                <a:ea typeface="Italian Plate No2 Expanded"/>
                <a:cs typeface="Italian Plate No2 Expanded"/>
              </a:defRPr>
            </a:lvl2pPr>
            <a:lvl3pPr>
              <a:defRPr sz="3000" b="1">
                <a:solidFill>
                  <a:srgbClr val="3764E4"/>
                </a:solidFill>
                <a:latin typeface="Italian Plate No2 Expanded"/>
                <a:ea typeface="Italian Plate No2 Expanded"/>
                <a:cs typeface="Italian Plate No2 Expanded"/>
              </a:defRPr>
            </a:lvl3pPr>
            <a:lvl4pPr>
              <a:defRPr sz="3000" b="1">
                <a:solidFill>
                  <a:srgbClr val="3764E4"/>
                </a:solidFill>
                <a:latin typeface="Italian Plate No2 Expanded"/>
                <a:ea typeface="Italian Plate No2 Expanded"/>
                <a:cs typeface="Italian Plate No2 Expanded"/>
              </a:defRPr>
            </a:lvl4pPr>
            <a:lvl5pPr>
              <a:defRPr sz="3000" b="1">
                <a:solidFill>
                  <a:srgbClr val="3764E4"/>
                </a:solidFill>
                <a:latin typeface="Italian Plate No2 Expanded"/>
                <a:ea typeface="Italian Plate No2 Expanded"/>
                <a:cs typeface="Italian Plate No2 Expanded"/>
              </a:defRPr>
            </a:lvl5pPr>
            <a:lvl6pPr>
              <a:defRPr sz="3000" b="1">
                <a:solidFill>
                  <a:srgbClr val="3764E4"/>
                </a:solidFill>
                <a:latin typeface="Italian Plate No2 Expanded"/>
                <a:ea typeface="Italian Plate No2 Expanded"/>
                <a:cs typeface="Italian Plate No2 Expanded"/>
              </a:defRPr>
            </a:lvl6pPr>
            <a:lvl7pPr>
              <a:defRPr sz="3000" b="1">
                <a:solidFill>
                  <a:srgbClr val="3764E4"/>
                </a:solidFill>
                <a:latin typeface="Italian Plate No2 Expanded"/>
                <a:ea typeface="Italian Plate No2 Expanded"/>
                <a:cs typeface="Italian Plate No2 Expanded"/>
              </a:defRPr>
            </a:lvl7pPr>
            <a:lvl8pPr>
              <a:defRPr sz="3000" b="1">
                <a:solidFill>
                  <a:srgbClr val="3764E4"/>
                </a:solidFill>
                <a:latin typeface="Italian Plate No2 Expanded"/>
                <a:ea typeface="Italian Plate No2 Expanded"/>
                <a:cs typeface="Italian Plate No2 Expanded"/>
              </a:defRPr>
            </a:lvl8pPr>
            <a:lvl9pPr>
              <a:defRPr sz="3000" b="1">
                <a:solidFill>
                  <a:srgbClr val="3764E4"/>
                </a:solidFill>
                <a:latin typeface="Italian Plate No2 Expanded"/>
                <a:ea typeface="Italian Plate No2 Expanded"/>
                <a:cs typeface="Italian Plate No2 Expanded"/>
              </a:defRPr>
            </a:lvl9pPr>
          </a:lstStyle>
          <a:p xmlns:a="http://schemas.openxmlformats.org/drawingml/2006/main">
            <a:pPr>
              <a:defRPr sz="3000" b="1">
                <a:solidFill>
                  <a:srgbClr val="3764E4"/>
                </a:solidFill>
                <a:latin typeface="Italian Plate No2 Expanded"/>
                <a:ea typeface="Italian Plate No2 Expanded"/>
                <a:cs typeface="Italian Plate No2 Expanded"/>
              </a:defRPr>
            </a:pPr>
            <a:r>
              <a:rPr sz="3000" b="1">
                <a:solidFill>
                  <a:srgbClr val="3764E4"/>
                </a:solidFill>
                <a:latin typeface="Italian Plate No2 Expanded"/>
                <a:ea typeface="Italian Plate No2 Expanded"/>
                <a:cs typeface="Italian Plate No2 Expanded"/>
              </a:rPr>
              <a:t>A buyer journey on your own catalogue</a:t>
            </a:r>
          </a:p>
        </p:txBody>
      </p:sp>
      <p:sp>
        <p:nvSpPr>
          <p:cNvPr id="3" name="">
            <a:extLst xmlns:a="http://schemas.openxmlformats.org/drawingml/2006/main">
              <a:ext uri="{FF2B5EF4-FFF2-40B4-BE49-F238E27FC236}">
                <a16:creationId xmlns:a16="http://schemas.microsoft.com/office/drawing/2014/main" id="{D529ACEC-F5EC-4164-9BFE-45DE7F558BA3}"/>
              </a:ext>
            </a:extLst>
          </p:cNvPr>
          <p:cNvSpPr>
            <a:spLocks xmlns:a="http://schemas.openxmlformats.org/drawingml/2006/main" noGrp="1"/>
          </p:cNvSpPr>
          <p:nvPr/>
        </p:nvSpPr>
        <p:spPr>
          <a:xfrm xmlns:a="http://schemas.openxmlformats.org/drawingml/2006/main">
            <a:off x="619125" y="1809750"/>
            <a:ext cx="323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3764E4"/>
                </a:solidFill>
                <a:latin typeface="Italian Plate No2 Expanded"/>
                <a:ea typeface="Italian Plate No2 Expanded"/>
                <a:cs typeface="Italian Plate No2 Expanded"/>
              </a:defRPr>
            </a:defPPr>
            <a:lvl1pPr>
              <a:defRPr sz="2250" b="1">
                <a:solidFill>
                  <a:srgbClr val="3764E4"/>
                </a:solidFill>
                <a:latin typeface="Italian Plate No2 Expanded"/>
                <a:ea typeface="Italian Plate No2 Expanded"/>
                <a:cs typeface="Italian Plate No2 Expanded"/>
              </a:defRPr>
            </a:lvl1pPr>
            <a:lvl2pPr>
              <a:defRPr sz="2250" b="1">
                <a:solidFill>
                  <a:srgbClr val="3764E4"/>
                </a:solidFill>
                <a:latin typeface="Italian Plate No2 Expanded"/>
                <a:ea typeface="Italian Plate No2 Expanded"/>
                <a:cs typeface="Italian Plate No2 Expanded"/>
              </a:defRPr>
            </a:lvl2pPr>
            <a:lvl3pPr>
              <a:defRPr sz="2250" b="1">
                <a:solidFill>
                  <a:srgbClr val="3764E4"/>
                </a:solidFill>
                <a:latin typeface="Italian Plate No2 Expanded"/>
                <a:ea typeface="Italian Plate No2 Expanded"/>
                <a:cs typeface="Italian Plate No2 Expanded"/>
              </a:defRPr>
            </a:lvl3pPr>
            <a:lvl4pPr>
              <a:defRPr sz="2250" b="1">
                <a:solidFill>
                  <a:srgbClr val="3764E4"/>
                </a:solidFill>
                <a:latin typeface="Italian Plate No2 Expanded"/>
                <a:ea typeface="Italian Plate No2 Expanded"/>
                <a:cs typeface="Italian Plate No2 Expanded"/>
              </a:defRPr>
            </a:lvl4pPr>
            <a:lvl5pPr>
              <a:defRPr sz="2250" b="1">
                <a:solidFill>
                  <a:srgbClr val="3764E4"/>
                </a:solidFill>
                <a:latin typeface="Italian Plate No2 Expanded"/>
                <a:ea typeface="Italian Plate No2 Expanded"/>
                <a:cs typeface="Italian Plate No2 Expanded"/>
              </a:defRPr>
            </a:lvl5pPr>
            <a:lvl6pPr>
              <a:defRPr sz="2250" b="1">
                <a:solidFill>
                  <a:srgbClr val="3764E4"/>
                </a:solidFill>
                <a:latin typeface="Italian Plate No2 Expanded"/>
                <a:ea typeface="Italian Plate No2 Expanded"/>
                <a:cs typeface="Italian Plate No2 Expanded"/>
              </a:defRPr>
            </a:lvl6pPr>
            <a:lvl7pPr>
              <a:defRPr sz="2250" b="1">
                <a:solidFill>
                  <a:srgbClr val="3764E4"/>
                </a:solidFill>
                <a:latin typeface="Italian Plate No2 Expanded"/>
                <a:ea typeface="Italian Plate No2 Expanded"/>
                <a:cs typeface="Italian Plate No2 Expanded"/>
              </a:defRPr>
            </a:lvl7pPr>
            <a:lvl8pPr>
              <a:defRPr sz="2250" b="1">
                <a:solidFill>
                  <a:srgbClr val="3764E4"/>
                </a:solidFill>
                <a:latin typeface="Italian Plate No2 Expanded"/>
                <a:ea typeface="Italian Plate No2 Expanded"/>
                <a:cs typeface="Italian Plate No2 Expanded"/>
              </a:defRPr>
            </a:lvl8pPr>
            <a:lvl9pPr>
              <a:defRPr sz="2250" b="1">
                <a:solidFill>
                  <a:srgbClr val="3764E4"/>
                </a:solidFill>
                <a:latin typeface="Italian Plate No2 Expanded"/>
                <a:ea typeface="Italian Plate No2 Expanded"/>
                <a:cs typeface="Italian Plate No2 Expanded"/>
              </a:defRPr>
            </a:lvl9pPr>
          </a:lstStyle>
          <a:p xmlns:a="http://schemas.openxmlformats.org/drawingml/2006/main">
            <a:pPr>
              <a:defRPr sz="2250" b="1">
                <a:solidFill>
                  <a:srgbClr val="3764E4"/>
                </a:solidFill>
                <a:latin typeface="Italian Plate No2 Expanded"/>
                <a:ea typeface="Italian Plate No2 Expanded"/>
                <a:cs typeface="Italian Plate No2 Expanded"/>
              </a:defRPr>
            </a:pPr>
            <a:r>
              <a:rPr sz="2250" b="1">
                <a:solidFill>
                  <a:srgbClr val="3764E4"/>
                </a:solidFill>
                <a:latin typeface="Italian Plate No2 Expanded"/>
                <a:ea typeface="Italian Plate No2 Expanded"/>
                <a:cs typeface="Italian Plate No2 Expanded"/>
              </a:rPr>
              <a:t>Find a known part</a:t>
            </a:r>
          </a:p>
        </p:txBody>
      </p:sp>
      <p:sp>
        <p:nvSpPr>
          <p:cNvPr id="4" name="">
            <a:extLst xmlns:a="http://schemas.openxmlformats.org/drawingml/2006/main">
              <a:ext uri="{FF2B5EF4-FFF2-40B4-BE49-F238E27FC236}">
                <a16:creationId xmlns:a16="http://schemas.microsoft.com/office/drawing/2014/main" id="{986CCAF8-E4E0-43C4-B3C5-3443F740A3AE}"/>
              </a:ext>
            </a:extLst>
          </p:cNvPr>
          <p:cNvSpPr>
            <a:spLocks xmlns:a="http://schemas.openxmlformats.org/drawingml/2006/main" noGrp="1"/>
          </p:cNvSpPr>
          <p:nvPr/>
        </p:nvSpPr>
        <p:spPr>
          <a:xfrm xmlns:a="http://schemas.openxmlformats.org/drawingml/2006/main">
            <a:off x="4286250" y="1809750"/>
            <a:ext cx="7096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292929"/>
                </a:solidFill>
                <a:latin typeface="Italian Plate No2 Expanded"/>
                <a:ea typeface="Italian Plate No2 Expanded"/>
                <a:cs typeface="Italian Plate No2 Expanded"/>
              </a:defRPr>
            </a:defPPr>
            <a:lvl1pPr>
              <a:defRPr sz="2100" b="0">
                <a:solidFill>
                  <a:srgbClr val="292929"/>
                </a:solidFill>
                <a:latin typeface="Italian Plate No2 Expanded"/>
                <a:ea typeface="Italian Plate No2 Expanded"/>
                <a:cs typeface="Italian Plate No2 Expanded"/>
              </a:defRPr>
            </a:lvl1pPr>
            <a:lvl2pPr>
              <a:defRPr sz="2100" b="0">
                <a:solidFill>
                  <a:srgbClr val="292929"/>
                </a:solidFill>
                <a:latin typeface="Italian Plate No2 Expanded"/>
                <a:ea typeface="Italian Plate No2 Expanded"/>
                <a:cs typeface="Italian Plate No2 Expanded"/>
              </a:defRPr>
            </a:lvl2pPr>
            <a:lvl3pPr>
              <a:defRPr sz="2100" b="0">
                <a:solidFill>
                  <a:srgbClr val="292929"/>
                </a:solidFill>
                <a:latin typeface="Italian Plate No2 Expanded"/>
                <a:ea typeface="Italian Plate No2 Expanded"/>
                <a:cs typeface="Italian Plate No2 Expanded"/>
              </a:defRPr>
            </a:lvl3pPr>
            <a:lvl4pPr>
              <a:defRPr sz="2100" b="0">
                <a:solidFill>
                  <a:srgbClr val="292929"/>
                </a:solidFill>
                <a:latin typeface="Italian Plate No2 Expanded"/>
                <a:ea typeface="Italian Plate No2 Expanded"/>
                <a:cs typeface="Italian Plate No2 Expanded"/>
              </a:defRPr>
            </a:lvl4pPr>
            <a:lvl5pPr>
              <a:defRPr sz="2100" b="0">
                <a:solidFill>
                  <a:srgbClr val="292929"/>
                </a:solidFill>
                <a:latin typeface="Italian Plate No2 Expanded"/>
                <a:ea typeface="Italian Plate No2 Expanded"/>
                <a:cs typeface="Italian Plate No2 Expanded"/>
              </a:defRPr>
            </a:lvl5pPr>
            <a:lvl6pPr>
              <a:defRPr sz="2100" b="0">
                <a:solidFill>
                  <a:srgbClr val="292929"/>
                </a:solidFill>
                <a:latin typeface="Italian Plate No2 Expanded"/>
                <a:ea typeface="Italian Plate No2 Expanded"/>
                <a:cs typeface="Italian Plate No2 Expanded"/>
              </a:defRPr>
            </a:lvl6pPr>
            <a:lvl7pPr>
              <a:defRPr sz="2100" b="0">
                <a:solidFill>
                  <a:srgbClr val="292929"/>
                </a:solidFill>
                <a:latin typeface="Italian Plate No2 Expanded"/>
                <a:ea typeface="Italian Plate No2 Expanded"/>
                <a:cs typeface="Italian Plate No2 Expanded"/>
              </a:defRPr>
            </a:lvl7pPr>
            <a:lvl8pPr>
              <a:defRPr sz="2100" b="0">
                <a:solidFill>
                  <a:srgbClr val="292929"/>
                </a:solidFill>
                <a:latin typeface="Italian Plate No2 Expanded"/>
                <a:ea typeface="Italian Plate No2 Expanded"/>
                <a:cs typeface="Italian Plate No2 Expanded"/>
              </a:defRPr>
            </a:lvl8pPr>
            <a:lvl9pPr>
              <a:defRPr sz="2100" b="0">
                <a:solidFill>
                  <a:srgbClr val="292929"/>
                </a:solidFill>
                <a:latin typeface="Italian Plate No2 Expanded"/>
                <a:ea typeface="Italian Plate No2 Expanded"/>
                <a:cs typeface="Italian Plate No2 Expanded"/>
              </a:defRPr>
            </a:lvl9pPr>
          </a:lstStyle>
          <a:p xmlns:a="http://schemas.openxmlformats.org/drawingml/2006/main">
            <a:pPr>
              <a:defRPr sz="2100" b="0">
                <a:solidFill>
                  <a:srgbClr val="292929"/>
                </a:solidFill>
                <a:latin typeface="Italian Plate No2 Expanded"/>
                <a:ea typeface="Italian Plate No2 Expanded"/>
                <a:cs typeface="Italian Plate No2 Expanded"/>
              </a:defRPr>
            </a:pPr>
            <a:r>
              <a:rPr sz="2100" b="0">
                <a:solidFill>
                  <a:srgbClr val="292929"/>
                </a:solidFill>
                <a:latin typeface="Italian Plate No2 Expanded"/>
                <a:ea typeface="Italian Plate No2 Expanded"/>
                <a:cs typeface="Italian Plate No2 Expanded"/>
              </a:rPr>
              <a:t>Search 00FK930 and inspect its condition, price and source description.</a:t>
            </a:r>
          </a:p>
        </p:txBody>
      </p:sp>
      <p:sp>
        <p:nvSpPr>
          <p:cNvPr id="5" name="">
            <a:extLst xmlns:a="http://schemas.openxmlformats.org/drawingml/2006/main">
              <a:ext uri="{FF2B5EF4-FFF2-40B4-BE49-F238E27FC236}">
                <a16:creationId xmlns:a16="http://schemas.microsoft.com/office/drawing/2014/main" id="{44B3FEE8-B202-4354-ADA8-A9A4F6BA536C}"/>
              </a:ext>
            </a:extLst>
          </p:cNvPr>
          <p:cNvSpPr>
            <a:spLocks xmlns:a="http://schemas.openxmlformats.org/drawingml/2006/main" noGrp="1"/>
          </p:cNvSpPr>
          <p:nvPr/>
        </p:nvSpPr>
        <p:spPr>
          <a:xfrm xmlns:a="http://schemas.openxmlformats.org/drawingml/2006/main">
            <a:off x="619125" y="3190875"/>
            <a:ext cx="323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3764E4"/>
                </a:solidFill>
                <a:latin typeface="Italian Plate No2 Expanded"/>
                <a:ea typeface="Italian Plate No2 Expanded"/>
                <a:cs typeface="Italian Plate No2 Expanded"/>
              </a:defRPr>
            </a:defPPr>
            <a:lvl1pPr>
              <a:defRPr sz="2250" b="1">
                <a:solidFill>
                  <a:srgbClr val="3764E4"/>
                </a:solidFill>
                <a:latin typeface="Italian Plate No2 Expanded"/>
                <a:ea typeface="Italian Plate No2 Expanded"/>
                <a:cs typeface="Italian Plate No2 Expanded"/>
              </a:defRPr>
            </a:lvl1pPr>
            <a:lvl2pPr>
              <a:defRPr sz="2250" b="1">
                <a:solidFill>
                  <a:srgbClr val="3764E4"/>
                </a:solidFill>
                <a:latin typeface="Italian Plate No2 Expanded"/>
                <a:ea typeface="Italian Plate No2 Expanded"/>
                <a:cs typeface="Italian Plate No2 Expanded"/>
              </a:defRPr>
            </a:lvl2pPr>
            <a:lvl3pPr>
              <a:defRPr sz="2250" b="1">
                <a:solidFill>
                  <a:srgbClr val="3764E4"/>
                </a:solidFill>
                <a:latin typeface="Italian Plate No2 Expanded"/>
                <a:ea typeface="Italian Plate No2 Expanded"/>
                <a:cs typeface="Italian Plate No2 Expanded"/>
              </a:defRPr>
            </a:lvl3pPr>
            <a:lvl4pPr>
              <a:defRPr sz="2250" b="1">
                <a:solidFill>
                  <a:srgbClr val="3764E4"/>
                </a:solidFill>
                <a:latin typeface="Italian Plate No2 Expanded"/>
                <a:ea typeface="Italian Plate No2 Expanded"/>
                <a:cs typeface="Italian Plate No2 Expanded"/>
              </a:defRPr>
            </a:lvl4pPr>
            <a:lvl5pPr>
              <a:defRPr sz="2250" b="1">
                <a:solidFill>
                  <a:srgbClr val="3764E4"/>
                </a:solidFill>
                <a:latin typeface="Italian Plate No2 Expanded"/>
                <a:ea typeface="Italian Plate No2 Expanded"/>
                <a:cs typeface="Italian Plate No2 Expanded"/>
              </a:defRPr>
            </a:lvl5pPr>
            <a:lvl6pPr>
              <a:defRPr sz="2250" b="1">
                <a:solidFill>
                  <a:srgbClr val="3764E4"/>
                </a:solidFill>
                <a:latin typeface="Italian Plate No2 Expanded"/>
                <a:ea typeface="Italian Plate No2 Expanded"/>
                <a:cs typeface="Italian Plate No2 Expanded"/>
              </a:defRPr>
            </a:lvl6pPr>
            <a:lvl7pPr>
              <a:defRPr sz="2250" b="1">
                <a:solidFill>
                  <a:srgbClr val="3764E4"/>
                </a:solidFill>
                <a:latin typeface="Italian Plate No2 Expanded"/>
                <a:ea typeface="Italian Plate No2 Expanded"/>
                <a:cs typeface="Italian Plate No2 Expanded"/>
              </a:defRPr>
            </a:lvl7pPr>
            <a:lvl8pPr>
              <a:defRPr sz="2250" b="1">
                <a:solidFill>
                  <a:srgbClr val="3764E4"/>
                </a:solidFill>
                <a:latin typeface="Italian Plate No2 Expanded"/>
                <a:ea typeface="Italian Plate No2 Expanded"/>
                <a:cs typeface="Italian Plate No2 Expanded"/>
              </a:defRPr>
            </a:lvl8pPr>
            <a:lvl9pPr>
              <a:defRPr sz="2250" b="1">
                <a:solidFill>
                  <a:srgbClr val="3764E4"/>
                </a:solidFill>
                <a:latin typeface="Italian Plate No2 Expanded"/>
                <a:ea typeface="Italian Plate No2 Expanded"/>
                <a:cs typeface="Italian Plate No2 Expanded"/>
              </a:defRPr>
            </a:lvl9pPr>
          </a:lstStyle>
          <a:p xmlns:a="http://schemas.openxmlformats.org/drawingml/2006/main">
            <a:pPr>
              <a:defRPr sz="2250" b="1">
                <a:solidFill>
                  <a:srgbClr val="3764E4"/>
                </a:solidFill>
                <a:latin typeface="Italian Plate No2 Expanded"/>
                <a:ea typeface="Italian Plate No2 Expanded"/>
                <a:cs typeface="Italian Plate No2 Expanded"/>
              </a:defRPr>
            </a:pPr>
            <a:r>
              <a:rPr sz="2250" b="1">
                <a:solidFill>
                  <a:srgbClr val="3764E4"/>
                </a:solidFill>
                <a:latin typeface="Italian Plate No2 Expanded"/>
                <a:ea typeface="Italian Plate No2 Expanded"/>
                <a:cs typeface="Italian Plate No2 Expanded"/>
              </a:rPr>
              <a:t>Start with a server</a:t>
            </a:r>
          </a:p>
        </p:txBody>
      </p:sp>
      <p:sp>
        <p:nvSpPr>
          <p:cNvPr id="6" name="">
            <a:extLst xmlns:a="http://schemas.openxmlformats.org/drawingml/2006/main">
              <a:ext uri="{FF2B5EF4-FFF2-40B4-BE49-F238E27FC236}">
                <a16:creationId xmlns:a16="http://schemas.microsoft.com/office/drawing/2014/main" id="{E217DDEF-A2E5-48FB-98AF-2678CB02AA0C}"/>
              </a:ext>
            </a:extLst>
          </p:cNvPr>
          <p:cNvSpPr>
            <a:spLocks xmlns:a="http://schemas.openxmlformats.org/drawingml/2006/main" noGrp="1"/>
          </p:cNvSpPr>
          <p:nvPr/>
        </p:nvSpPr>
        <p:spPr>
          <a:xfrm xmlns:a="http://schemas.openxmlformats.org/drawingml/2006/main">
            <a:off x="4286250" y="3190875"/>
            <a:ext cx="7096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292929"/>
                </a:solidFill>
                <a:latin typeface="Italian Plate No2 Expanded"/>
                <a:ea typeface="Italian Plate No2 Expanded"/>
                <a:cs typeface="Italian Plate No2 Expanded"/>
              </a:defRPr>
            </a:defPPr>
            <a:lvl1pPr>
              <a:defRPr sz="2100" b="0">
                <a:solidFill>
                  <a:srgbClr val="292929"/>
                </a:solidFill>
                <a:latin typeface="Italian Plate No2 Expanded"/>
                <a:ea typeface="Italian Plate No2 Expanded"/>
                <a:cs typeface="Italian Plate No2 Expanded"/>
              </a:defRPr>
            </a:lvl1pPr>
            <a:lvl2pPr>
              <a:defRPr sz="2100" b="0">
                <a:solidFill>
                  <a:srgbClr val="292929"/>
                </a:solidFill>
                <a:latin typeface="Italian Plate No2 Expanded"/>
                <a:ea typeface="Italian Plate No2 Expanded"/>
                <a:cs typeface="Italian Plate No2 Expanded"/>
              </a:defRPr>
            </a:lvl2pPr>
            <a:lvl3pPr>
              <a:defRPr sz="2100" b="0">
                <a:solidFill>
                  <a:srgbClr val="292929"/>
                </a:solidFill>
                <a:latin typeface="Italian Plate No2 Expanded"/>
                <a:ea typeface="Italian Plate No2 Expanded"/>
                <a:cs typeface="Italian Plate No2 Expanded"/>
              </a:defRPr>
            </a:lvl3pPr>
            <a:lvl4pPr>
              <a:defRPr sz="2100" b="0">
                <a:solidFill>
                  <a:srgbClr val="292929"/>
                </a:solidFill>
                <a:latin typeface="Italian Plate No2 Expanded"/>
                <a:ea typeface="Italian Plate No2 Expanded"/>
                <a:cs typeface="Italian Plate No2 Expanded"/>
              </a:defRPr>
            </a:lvl4pPr>
            <a:lvl5pPr>
              <a:defRPr sz="2100" b="0">
                <a:solidFill>
                  <a:srgbClr val="292929"/>
                </a:solidFill>
                <a:latin typeface="Italian Plate No2 Expanded"/>
                <a:ea typeface="Italian Plate No2 Expanded"/>
                <a:cs typeface="Italian Plate No2 Expanded"/>
              </a:defRPr>
            </a:lvl5pPr>
            <a:lvl6pPr>
              <a:defRPr sz="2100" b="0">
                <a:solidFill>
                  <a:srgbClr val="292929"/>
                </a:solidFill>
                <a:latin typeface="Italian Plate No2 Expanded"/>
                <a:ea typeface="Italian Plate No2 Expanded"/>
                <a:cs typeface="Italian Plate No2 Expanded"/>
              </a:defRPr>
            </a:lvl6pPr>
            <a:lvl7pPr>
              <a:defRPr sz="2100" b="0">
                <a:solidFill>
                  <a:srgbClr val="292929"/>
                </a:solidFill>
                <a:latin typeface="Italian Plate No2 Expanded"/>
                <a:ea typeface="Italian Plate No2 Expanded"/>
                <a:cs typeface="Italian Plate No2 Expanded"/>
              </a:defRPr>
            </a:lvl7pPr>
            <a:lvl8pPr>
              <a:defRPr sz="2100" b="0">
                <a:solidFill>
                  <a:srgbClr val="292929"/>
                </a:solidFill>
                <a:latin typeface="Italian Plate No2 Expanded"/>
                <a:ea typeface="Italian Plate No2 Expanded"/>
                <a:cs typeface="Italian Plate No2 Expanded"/>
              </a:defRPr>
            </a:lvl8pPr>
            <a:lvl9pPr>
              <a:defRPr sz="2100" b="0">
                <a:solidFill>
                  <a:srgbClr val="292929"/>
                </a:solidFill>
                <a:latin typeface="Italian Plate No2 Expanded"/>
                <a:ea typeface="Italian Plate No2 Expanded"/>
                <a:cs typeface="Italian Plate No2 Expanded"/>
              </a:defRPr>
            </a:lvl9pPr>
          </a:lstStyle>
          <a:p xmlns:a="http://schemas.openxmlformats.org/drawingml/2006/main">
            <a:pPr>
              <a:defRPr sz="2100" b="0">
                <a:solidFill>
                  <a:srgbClr val="292929"/>
                </a:solidFill>
                <a:latin typeface="Italian Plate No2 Expanded"/>
                <a:ea typeface="Italian Plate No2 Expanded"/>
                <a:cs typeface="Italian Plate No2 Expanded"/>
              </a:defRPr>
            </a:pPr>
            <a:r>
              <a:rPr sz="2100" b="0">
                <a:solidFill>
                  <a:srgbClr val="292929"/>
                </a:solidFill>
                <a:latin typeface="Italian Plate No2 Expanded"/>
                <a:ea typeface="Italian Plate No2 Expanded"/>
                <a:cs typeface="Italian Plate No2 Expanded"/>
              </a:rPr>
              <a:t>Open Lenovo x3650 M5 and explore products in its supplied component list.</a:t>
            </a:r>
          </a:p>
        </p:txBody>
      </p:sp>
      <p:sp>
        <p:nvSpPr>
          <p:cNvPr id="7" name="">
            <a:extLst xmlns:a="http://schemas.openxmlformats.org/drawingml/2006/main">
              <a:ext uri="{FF2B5EF4-FFF2-40B4-BE49-F238E27FC236}">
                <a16:creationId xmlns:a16="http://schemas.microsoft.com/office/drawing/2014/main" id="{41209E83-F1FC-4C54-B39C-41BE27730B71}"/>
              </a:ext>
            </a:extLst>
          </p:cNvPr>
          <p:cNvSpPr>
            <a:spLocks xmlns:a="http://schemas.openxmlformats.org/drawingml/2006/main" noGrp="1"/>
          </p:cNvSpPr>
          <p:nvPr/>
        </p:nvSpPr>
        <p:spPr>
          <a:xfrm xmlns:a="http://schemas.openxmlformats.org/drawingml/2006/main">
            <a:off x="619125" y="4572000"/>
            <a:ext cx="323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3764E4"/>
                </a:solidFill>
                <a:latin typeface="Italian Plate No2 Expanded"/>
                <a:ea typeface="Italian Plate No2 Expanded"/>
                <a:cs typeface="Italian Plate No2 Expanded"/>
              </a:defRPr>
            </a:defPPr>
            <a:lvl1pPr>
              <a:defRPr sz="2250" b="1">
                <a:solidFill>
                  <a:srgbClr val="3764E4"/>
                </a:solidFill>
                <a:latin typeface="Italian Plate No2 Expanded"/>
                <a:ea typeface="Italian Plate No2 Expanded"/>
                <a:cs typeface="Italian Plate No2 Expanded"/>
              </a:defRPr>
            </a:lvl1pPr>
            <a:lvl2pPr>
              <a:defRPr sz="2250" b="1">
                <a:solidFill>
                  <a:srgbClr val="3764E4"/>
                </a:solidFill>
                <a:latin typeface="Italian Plate No2 Expanded"/>
                <a:ea typeface="Italian Plate No2 Expanded"/>
                <a:cs typeface="Italian Plate No2 Expanded"/>
              </a:defRPr>
            </a:lvl2pPr>
            <a:lvl3pPr>
              <a:defRPr sz="2250" b="1">
                <a:solidFill>
                  <a:srgbClr val="3764E4"/>
                </a:solidFill>
                <a:latin typeface="Italian Plate No2 Expanded"/>
                <a:ea typeface="Italian Plate No2 Expanded"/>
                <a:cs typeface="Italian Plate No2 Expanded"/>
              </a:defRPr>
            </a:lvl3pPr>
            <a:lvl4pPr>
              <a:defRPr sz="2250" b="1">
                <a:solidFill>
                  <a:srgbClr val="3764E4"/>
                </a:solidFill>
                <a:latin typeface="Italian Plate No2 Expanded"/>
                <a:ea typeface="Italian Plate No2 Expanded"/>
                <a:cs typeface="Italian Plate No2 Expanded"/>
              </a:defRPr>
            </a:lvl4pPr>
            <a:lvl5pPr>
              <a:defRPr sz="2250" b="1">
                <a:solidFill>
                  <a:srgbClr val="3764E4"/>
                </a:solidFill>
                <a:latin typeface="Italian Plate No2 Expanded"/>
                <a:ea typeface="Italian Plate No2 Expanded"/>
                <a:cs typeface="Italian Plate No2 Expanded"/>
              </a:defRPr>
            </a:lvl5pPr>
            <a:lvl6pPr>
              <a:defRPr sz="2250" b="1">
                <a:solidFill>
                  <a:srgbClr val="3764E4"/>
                </a:solidFill>
                <a:latin typeface="Italian Plate No2 Expanded"/>
                <a:ea typeface="Italian Plate No2 Expanded"/>
                <a:cs typeface="Italian Plate No2 Expanded"/>
              </a:defRPr>
            </a:lvl6pPr>
            <a:lvl7pPr>
              <a:defRPr sz="2250" b="1">
                <a:solidFill>
                  <a:srgbClr val="3764E4"/>
                </a:solidFill>
                <a:latin typeface="Italian Plate No2 Expanded"/>
                <a:ea typeface="Italian Plate No2 Expanded"/>
                <a:cs typeface="Italian Plate No2 Expanded"/>
              </a:defRPr>
            </a:lvl7pPr>
            <a:lvl8pPr>
              <a:defRPr sz="2250" b="1">
                <a:solidFill>
                  <a:srgbClr val="3764E4"/>
                </a:solidFill>
                <a:latin typeface="Italian Plate No2 Expanded"/>
                <a:ea typeface="Italian Plate No2 Expanded"/>
                <a:cs typeface="Italian Plate No2 Expanded"/>
              </a:defRPr>
            </a:lvl8pPr>
            <a:lvl9pPr>
              <a:defRPr sz="2250" b="1">
                <a:solidFill>
                  <a:srgbClr val="3764E4"/>
                </a:solidFill>
                <a:latin typeface="Italian Plate No2 Expanded"/>
                <a:ea typeface="Italian Plate No2 Expanded"/>
                <a:cs typeface="Italian Plate No2 Expanded"/>
              </a:defRPr>
            </a:lvl9pPr>
          </a:lstStyle>
          <a:p xmlns:a="http://schemas.openxmlformats.org/drawingml/2006/main">
            <a:pPr>
              <a:defRPr sz="2250" b="1">
                <a:solidFill>
                  <a:srgbClr val="3764E4"/>
                </a:solidFill>
                <a:latin typeface="Italian Plate No2 Expanded"/>
                <a:ea typeface="Italian Plate No2 Expanded"/>
                <a:cs typeface="Italian Plate No2 Expanded"/>
              </a:defRPr>
            </a:pPr>
            <a:r>
              <a:rPr sz="2250" b="1">
                <a:solidFill>
                  <a:srgbClr val="3764E4"/>
                </a:solidFill>
                <a:latin typeface="Italian Plate No2 Expanded"/>
                <a:ea typeface="Italian Plate No2 Expanded"/>
                <a:cs typeface="Italian Plate No2 Expanded"/>
              </a:rPr>
              <a:t>Keep control of the result</a:t>
            </a:r>
          </a:p>
        </p:txBody>
      </p:sp>
      <p:sp>
        <p:nvSpPr>
          <p:cNvPr id="8" name="">
            <a:extLst xmlns:a="http://schemas.openxmlformats.org/drawingml/2006/main">
              <a:ext uri="{FF2B5EF4-FFF2-40B4-BE49-F238E27FC236}">
                <a16:creationId xmlns:a16="http://schemas.microsoft.com/office/drawing/2014/main" id="{CF551C3F-1418-4532-B7E2-6C6DC797F65F}"/>
              </a:ext>
            </a:extLst>
          </p:cNvPr>
          <p:cNvSpPr>
            <a:spLocks xmlns:a="http://schemas.openxmlformats.org/drawingml/2006/main" noGrp="1"/>
          </p:cNvSpPr>
          <p:nvPr/>
        </p:nvSpPr>
        <p:spPr>
          <a:xfrm xmlns:a="http://schemas.openxmlformats.org/drawingml/2006/main">
            <a:off x="4286250" y="4572000"/>
            <a:ext cx="7096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292929"/>
                </a:solidFill>
                <a:latin typeface="Italian Plate No2 Expanded"/>
                <a:ea typeface="Italian Plate No2 Expanded"/>
                <a:cs typeface="Italian Plate No2 Expanded"/>
              </a:defRPr>
            </a:defPPr>
            <a:lvl1pPr>
              <a:defRPr sz="2100" b="0">
                <a:solidFill>
                  <a:srgbClr val="292929"/>
                </a:solidFill>
                <a:latin typeface="Italian Plate No2 Expanded"/>
                <a:ea typeface="Italian Plate No2 Expanded"/>
                <a:cs typeface="Italian Plate No2 Expanded"/>
              </a:defRPr>
            </a:lvl1pPr>
            <a:lvl2pPr>
              <a:defRPr sz="2100" b="0">
                <a:solidFill>
                  <a:srgbClr val="292929"/>
                </a:solidFill>
                <a:latin typeface="Italian Plate No2 Expanded"/>
                <a:ea typeface="Italian Plate No2 Expanded"/>
                <a:cs typeface="Italian Plate No2 Expanded"/>
              </a:defRPr>
            </a:lvl2pPr>
            <a:lvl3pPr>
              <a:defRPr sz="2100" b="0">
                <a:solidFill>
                  <a:srgbClr val="292929"/>
                </a:solidFill>
                <a:latin typeface="Italian Plate No2 Expanded"/>
                <a:ea typeface="Italian Plate No2 Expanded"/>
                <a:cs typeface="Italian Plate No2 Expanded"/>
              </a:defRPr>
            </a:lvl3pPr>
            <a:lvl4pPr>
              <a:defRPr sz="2100" b="0">
                <a:solidFill>
                  <a:srgbClr val="292929"/>
                </a:solidFill>
                <a:latin typeface="Italian Plate No2 Expanded"/>
                <a:ea typeface="Italian Plate No2 Expanded"/>
                <a:cs typeface="Italian Plate No2 Expanded"/>
              </a:defRPr>
            </a:lvl4pPr>
            <a:lvl5pPr>
              <a:defRPr sz="2100" b="0">
                <a:solidFill>
                  <a:srgbClr val="292929"/>
                </a:solidFill>
                <a:latin typeface="Italian Plate No2 Expanded"/>
                <a:ea typeface="Italian Plate No2 Expanded"/>
                <a:cs typeface="Italian Plate No2 Expanded"/>
              </a:defRPr>
            </a:lvl5pPr>
            <a:lvl6pPr>
              <a:defRPr sz="2100" b="0">
                <a:solidFill>
                  <a:srgbClr val="292929"/>
                </a:solidFill>
                <a:latin typeface="Italian Plate No2 Expanded"/>
                <a:ea typeface="Italian Plate No2 Expanded"/>
                <a:cs typeface="Italian Plate No2 Expanded"/>
              </a:defRPr>
            </a:lvl6pPr>
            <a:lvl7pPr>
              <a:defRPr sz="2100" b="0">
                <a:solidFill>
                  <a:srgbClr val="292929"/>
                </a:solidFill>
                <a:latin typeface="Italian Plate No2 Expanded"/>
                <a:ea typeface="Italian Plate No2 Expanded"/>
                <a:cs typeface="Italian Plate No2 Expanded"/>
              </a:defRPr>
            </a:lvl7pPr>
            <a:lvl8pPr>
              <a:defRPr sz="2100" b="0">
                <a:solidFill>
                  <a:srgbClr val="292929"/>
                </a:solidFill>
                <a:latin typeface="Italian Plate No2 Expanded"/>
                <a:ea typeface="Italian Plate No2 Expanded"/>
                <a:cs typeface="Italian Plate No2 Expanded"/>
              </a:defRPr>
            </a:lvl8pPr>
            <a:lvl9pPr>
              <a:defRPr sz="2100" b="0">
                <a:solidFill>
                  <a:srgbClr val="292929"/>
                </a:solidFill>
                <a:latin typeface="Italian Plate No2 Expanded"/>
                <a:ea typeface="Italian Plate No2 Expanded"/>
                <a:cs typeface="Italian Plate No2 Expanded"/>
              </a:defRPr>
            </a:lvl9pPr>
          </a:lstStyle>
          <a:p xmlns:a="http://schemas.openxmlformats.org/drawingml/2006/main">
            <a:pPr>
              <a:defRPr sz="2100" b="0">
                <a:solidFill>
                  <a:srgbClr val="292929"/>
                </a:solidFill>
                <a:latin typeface="Italian Plate No2 Expanded"/>
                <a:ea typeface="Italian Plate No2 Expanded"/>
                <a:cs typeface="Italian Plate No2 Expanded"/>
              </a:defRPr>
            </a:pPr>
            <a:r>
              <a:rPr sz="2100" b="0">
                <a:solidFill>
                  <a:srgbClr val="292929"/>
                </a:solidFill>
                <a:latin typeface="Italian Plate No2 Expanded"/>
                <a:ea typeface="Italian Plate No2 Expanded"/>
                <a:cs typeface="Italian Plate No2 Expanded"/>
              </a:rPr>
              <a:t>Change a scoped merchandising rule and repeat the same request.</a:t>
            </a:r>
          </a:p>
        </p:txBody>
      </p:sp>
    </p:spTree>
    <p:extLst>
      <p:ext uri="{BB962C8B-B14F-4D97-AF65-F5344CB8AC3E}">
        <p14:creationId xmlns:p14="http://schemas.microsoft.com/office/powerpoint/2010/main" val="593032609"/>
      </p:ext>
    </p:extLst>
  </p:cSld>
</p:sld>
</file>

<file path=ppt/slides/slide3.xml><?xml version="1.0" encoding="utf-8"?>
<p:sld xmlns:p="http://schemas.openxmlformats.org/presentationml/2006/main">
  <p:cSld>
    <p:bg>
      <p:bgPr>
        <a:solidFill xmlns:a="http://schemas.openxmlformats.org/drawingml/2006/main">
          <a:srgbClr val="E6EFFA"/>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1E968F50-E7D7-480B-BE7B-CF22253EFCC3}"/>
              </a:ext>
            </a:extLst>
          </p:cNvPr>
          <p:cNvSpPr>
            <a:spLocks xmlns:a="http://schemas.openxmlformats.org/drawingml/2006/main" noGrp="1"/>
          </p:cNvSpPr>
          <p:nvPr/>
        </p:nvSpPr>
        <p:spPr>
          <a:xfrm xmlns:a="http://schemas.openxmlformats.org/drawingml/2006/main">
            <a:off x="619125" y="666750"/>
            <a:ext cx="1104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3764E4"/>
                </a:solidFill>
                <a:latin typeface="Italian Plate No2 Expanded"/>
                <a:ea typeface="Italian Plate No2 Expanded"/>
                <a:cs typeface="Italian Plate No2 Expanded"/>
              </a:defRPr>
            </a:defPPr>
            <a:lvl1pPr>
              <a:defRPr sz="3000" b="1">
                <a:solidFill>
                  <a:srgbClr val="3764E4"/>
                </a:solidFill>
                <a:latin typeface="Italian Plate No2 Expanded"/>
                <a:ea typeface="Italian Plate No2 Expanded"/>
                <a:cs typeface="Italian Plate No2 Expanded"/>
              </a:defRPr>
            </a:lvl1pPr>
            <a:lvl2pPr>
              <a:defRPr sz="3000" b="1">
                <a:solidFill>
                  <a:srgbClr val="3764E4"/>
                </a:solidFill>
                <a:latin typeface="Italian Plate No2 Expanded"/>
                <a:ea typeface="Italian Plate No2 Expanded"/>
                <a:cs typeface="Italian Plate No2 Expanded"/>
              </a:defRPr>
            </a:lvl2pPr>
            <a:lvl3pPr>
              <a:defRPr sz="3000" b="1">
                <a:solidFill>
                  <a:srgbClr val="3764E4"/>
                </a:solidFill>
                <a:latin typeface="Italian Plate No2 Expanded"/>
                <a:ea typeface="Italian Plate No2 Expanded"/>
                <a:cs typeface="Italian Plate No2 Expanded"/>
              </a:defRPr>
            </a:lvl3pPr>
            <a:lvl4pPr>
              <a:defRPr sz="3000" b="1">
                <a:solidFill>
                  <a:srgbClr val="3764E4"/>
                </a:solidFill>
                <a:latin typeface="Italian Plate No2 Expanded"/>
                <a:ea typeface="Italian Plate No2 Expanded"/>
                <a:cs typeface="Italian Plate No2 Expanded"/>
              </a:defRPr>
            </a:lvl4pPr>
            <a:lvl5pPr>
              <a:defRPr sz="3000" b="1">
                <a:solidFill>
                  <a:srgbClr val="3764E4"/>
                </a:solidFill>
                <a:latin typeface="Italian Plate No2 Expanded"/>
                <a:ea typeface="Italian Plate No2 Expanded"/>
                <a:cs typeface="Italian Plate No2 Expanded"/>
              </a:defRPr>
            </a:lvl5pPr>
            <a:lvl6pPr>
              <a:defRPr sz="3000" b="1">
                <a:solidFill>
                  <a:srgbClr val="3764E4"/>
                </a:solidFill>
                <a:latin typeface="Italian Plate No2 Expanded"/>
                <a:ea typeface="Italian Plate No2 Expanded"/>
                <a:cs typeface="Italian Plate No2 Expanded"/>
              </a:defRPr>
            </a:lvl6pPr>
            <a:lvl7pPr>
              <a:defRPr sz="3000" b="1">
                <a:solidFill>
                  <a:srgbClr val="3764E4"/>
                </a:solidFill>
                <a:latin typeface="Italian Plate No2 Expanded"/>
                <a:ea typeface="Italian Plate No2 Expanded"/>
                <a:cs typeface="Italian Plate No2 Expanded"/>
              </a:defRPr>
            </a:lvl7pPr>
            <a:lvl8pPr>
              <a:defRPr sz="3000" b="1">
                <a:solidFill>
                  <a:srgbClr val="3764E4"/>
                </a:solidFill>
                <a:latin typeface="Italian Plate No2 Expanded"/>
                <a:ea typeface="Italian Plate No2 Expanded"/>
                <a:cs typeface="Italian Plate No2 Expanded"/>
              </a:defRPr>
            </a:lvl8pPr>
            <a:lvl9pPr>
              <a:defRPr sz="3000" b="1">
                <a:solidFill>
                  <a:srgbClr val="3764E4"/>
                </a:solidFill>
                <a:latin typeface="Italian Plate No2 Expanded"/>
                <a:ea typeface="Italian Plate No2 Expanded"/>
                <a:cs typeface="Italian Plate No2 Expanded"/>
              </a:defRPr>
            </a:lvl9pPr>
          </a:lstStyle>
          <a:p xmlns:a="http://schemas.openxmlformats.org/drawingml/2006/main">
            <a:pPr>
              <a:defRPr sz="3000" b="1">
                <a:solidFill>
                  <a:srgbClr val="3764E4"/>
                </a:solidFill>
                <a:latin typeface="Italian Plate No2 Expanded"/>
                <a:ea typeface="Italian Plate No2 Expanded"/>
                <a:cs typeface="Italian Plate No2 Expanded"/>
              </a:defRPr>
            </a:pPr>
            <a:r>
              <a:rPr sz="3000" b="1">
                <a:solidFill>
                  <a:srgbClr val="3764E4"/>
                </a:solidFill>
                <a:latin typeface="Italian Plate No2 Expanded"/>
                <a:ea typeface="Italian Plate No2 Expanded"/>
                <a:cs typeface="Italian Plate No2 Expanded"/>
              </a:rPr>
              <a:t>Daily control after the integration</a:t>
            </a:r>
          </a:p>
        </p:txBody>
      </p:sp>
      <p:sp>
        <p:nvSpPr>
          <p:cNvPr id="3" name="">
            <a:extLst xmlns:a="http://schemas.openxmlformats.org/drawingml/2006/main">
              <a:ext uri="{FF2B5EF4-FFF2-40B4-BE49-F238E27FC236}">
                <a16:creationId xmlns:a16="http://schemas.microsoft.com/office/drawing/2014/main" id="{A68EBF26-0792-46CD-B429-FC6BB0269F7F}"/>
              </a:ext>
            </a:extLst>
          </p:cNvPr>
          <p:cNvSpPr>
            <a:spLocks xmlns:a="http://schemas.openxmlformats.org/drawingml/2006/main" noGrp="1"/>
          </p:cNvSpPr>
          <p:nvPr/>
        </p:nvSpPr>
        <p:spPr>
          <a:xfrm xmlns:a="http://schemas.openxmlformats.org/drawingml/2006/main">
            <a:off x="619125" y="1952625"/>
            <a:ext cx="4762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3764E4"/>
                </a:solidFill>
                <a:latin typeface="Italian Plate No2 Expanded"/>
                <a:ea typeface="Italian Plate No2 Expanded"/>
                <a:cs typeface="Italian Plate No2 Expanded"/>
              </a:defRPr>
            </a:defPPr>
            <a:lvl1pPr>
              <a:defRPr sz="2550" b="1">
                <a:solidFill>
                  <a:srgbClr val="3764E4"/>
                </a:solidFill>
                <a:latin typeface="Italian Plate No2 Expanded"/>
                <a:ea typeface="Italian Plate No2 Expanded"/>
                <a:cs typeface="Italian Plate No2 Expanded"/>
              </a:defRPr>
            </a:lvl1pPr>
            <a:lvl2pPr>
              <a:defRPr sz="2550" b="1">
                <a:solidFill>
                  <a:srgbClr val="3764E4"/>
                </a:solidFill>
                <a:latin typeface="Italian Plate No2 Expanded"/>
                <a:ea typeface="Italian Plate No2 Expanded"/>
                <a:cs typeface="Italian Plate No2 Expanded"/>
              </a:defRPr>
            </a:lvl2pPr>
            <a:lvl3pPr>
              <a:defRPr sz="2550" b="1">
                <a:solidFill>
                  <a:srgbClr val="3764E4"/>
                </a:solidFill>
                <a:latin typeface="Italian Plate No2 Expanded"/>
                <a:ea typeface="Italian Plate No2 Expanded"/>
                <a:cs typeface="Italian Plate No2 Expanded"/>
              </a:defRPr>
            </a:lvl3pPr>
            <a:lvl4pPr>
              <a:defRPr sz="2550" b="1">
                <a:solidFill>
                  <a:srgbClr val="3764E4"/>
                </a:solidFill>
                <a:latin typeface="Italian Plate No2 Expanded"/>
                <a:ea typeface="Italian Plate No2 Expanded"/>
                <a:cs typeface="Italian Plate No2 Expanded"/>
              </a:defRPr>
            </a:lvl4pPr>
            <a:lvl5pPr>
              <a:defRPr sz="2550" b="1">
                <a:solidFill>
                  <a:srgbClr val="3764E4"/>
                </a:solidFill>
                <a:latin typeface="Italian Plate No2 Expanded"/>
                <a:ea typeface="Italian Plate No2 Expanded"/>
                <a:cs typeface="Italian Plate No2 Expanded"/>
              </a:defRPr>
            </a:lvl5pPr>
            <a:lvl6pPr>
              <a:defRPr sz="2550" b="1">
                <a:solidFill>
                  <a:srgbClr val="3764E4"/>
                </a:solidFill>
                <a:latin typeface="Italian Plate No2 Expanded"/>
                <a:ea typeface="Italian Plate No2 Expanded"/>
                <a:cs typeface="Italian Plate No2 Expanded"/>
              </a:defRPr>
            </a:lvl6pPr>
            <a:lvl7pPr>
              <a:defRPr sz="2550" b="1">
                <a:solidFill>
                  <a:srgbClr val="3764E4"/>
                </a:solidFill>
                <a:latin typeface="Italian Plate No2 Expanded"/>
                <a:ea typeface="Italian Plate No2 Expanded"/>
                <a:cs typeface="Italian Plate No2 Expanded"/>
              </a:defRPr>
            </a:lvl7pPr>
            <a:lvl8pPr>
              <a:defRPr sz="2550" b="1">
                <a:solidFill>
                  <a:srgbClr val="3764E4"/>
                </a:solidFill>
                <a:latin typeface="Italian Plate No2 Expanded"/>
                <a:ea typeface="Italian Plate No2 Expanded"/>
                <a:cs typeface="Italian Plate No2 Expanded"/>
              </a:defRPr>
            </a:lvl8pPr>
            <a:lvl9pPr>
              <a:defRPr sz="2550" b="1">
                <a:solidFill>
                  <a:srgbClr val="3764E4"/>
                </a:solidFill>
                <a:latin typeface="Italian Plate No2 Expanded"/>
                <a:ea typeface="Italian Plate No2 Expanded"/>
                <a:cs typeface="Italian Plate No2 Expanded"/>
              </a:defRPr>
            </a:lvl9pPr>
          </a:lstStyle>
          <a:p xmlns:a="http://schemas.openxmlformats.org/drawingml/2006/main">
            <a:pPr>
              <a:defRPr sz="2550" b="1">
                <a:solidFill>
                  <a:srgbClr val="3764E4"/>
                </a:solidFill>
                <a:latin typeface="Italian Plate No2 Expanded"/>
                <a:ea typeface="Italian Plate No2 Expanded"/>
                <a:cs typeface="Italian Plate No2 Expanded"/>
              </a:defRPr>
            </a:pPr>
            <a:r>
              <a:rPr sz="2550" b="1">
                <a:solidFill>
                  <a:srgbClr val="3764E4"/>
                </a:solidFill>
                <a:latin typeface="Italian Plate No2 Expanded"/>
                <a:ea typeface="Italian Plate No2 Expanded"/>
                <a:cs typeface="Italian Plate No2 Expanded"/>
              </a:rPr>
              <a:t>Thomas</a:t>
            </a:r>
          </a:p>
        </p:txBody>
      </p:sp>
      <p:sp>
        <p:nvSpPr>
          <p:cNvPr id="4" name="">
            <a:extLst xmlns:a="http://schemas.openxmlformats.org/drawingml/2006/main">
              <a:ext uri="{FF2B5EF4-FFF2-40B4-BE49-F238E27FC236}">
                <a16:creationId xmlns:a16="http://schemas.microsoft.com/office/drawing/2014/main" id="{765F0847-425B-4BE3-90C6-F8FFC677AD50}"/>
              </a:ext>
            </a:extLst>
          </p:cNvPr>
          <p:cNvSpPr>
            <a:spLocks xmlns:a="http://schemas.openxmlformats.org/drawingml/2006/main" noGrp="1"/>
          </p:cNvSpPr>
          <p:nvPr/>
        </p:nvSpPr>
        <p:spPr>
          <a:xfrm xmlns:a="http://schemas.openxmlformats.org/drawingml/2006/main">
            <a:off x="619125" y="2762250"/>
            <a:ext cx="4953000"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292929"/>
                </a:solidFill>
                <a:latin typeface="Italian Plate No2 Expanded"/>
                <a:ea typeface="Italian Plate No2 Expanded"/>
                <a:cs typeface="Italian Plate No2 Expanded"/>
              </a:defRPr>
            </a:defPPr>
            <a:lvl1pPr>
              <a:defRPr sz="2100" b="0">
                <a:solidFill>
                  <a:srgbClr val="292929"/>
                </a:solidFill>
                <a:latin typeface="Italian Plate No2 Expanded"/>
                <a:ea typeface="Italian Plate No2 Expanded"/>
                <a:cs typeface="Italian Plate No2 Expanded"/>
              </a:defRPr>
            </a:lvl1pPr>
            <a:lvl2pPr>
              <a:defRPr sz="2100" b="0">
                <a:solidFill>
                  <a:srgbClr val="292929"/>
                </a:solidFill>
                <a:latin typeface="Italian Plate No2 Expanded"/>
                <a:ea typeface="Italian Plate No2 Expanded"/>
                <a:cs typeface="Italian Plate No2 Expanded"/>
              </a:defRPr>
            </a:lvl2pPr>
            <a:lvl3pPr>
              <a:defRPr sz="2100" b="0">
                <a:solidFill>
                  <a:srgbClr val="292929"/>
                </a:solidFill>
                <a:latin typeface="Italian Plate No2 Expanded"/>
                <a:ea typeface="Italian Plate No2 Expanded"/>
                <a:cs typeface="Italian Plate No2 Expanded"/>
              </a:defRPr>
            </a:lvl3pPr>
            <a:lvl4pPr>
              <a:defRPr sz="2100" b="0">
                <a:solidFill>
                  <a:srgbClr val="292929"/>
                </a:solidFill>
                <a:latin typeface="Italian Plate No2 Expanded"/>
                <a:ea typeface="Italian Plate No2 Expanded"/>
                <a:cs typeface="Italian Plate No2 Expanded"/>
              </a:defRPr>
            </a:lvl4pPr>
            <a:lvl5pPr>
              <a:defRPr sz="2100" b="0">
                <a:solidFill>
                  <a:srgbClr val="292929"/>
                </a:solidFill>
                <a:latin typeface="Italian Plate No2 Expanded"/>
                <a:ea typeface="Italian Plate No2 Expanded"/>
                <a:cs typeface="Italian Plate No2 Expanded"/>
              </a:defRPr>
            </a:lvl5pPr>
            <a:lvl6pPr>
              <a:defRPr sz="2100" b="0">
                <a:solidFill>
                  <a:srgbClr val="292929"/>
                </a:solidFill>
                <a:latin typeface="Italian Plate No2 Expanded"/>
                <a:ea typeface="Italian Plate No2 Expanded"/>
                <a:cs typeface="Italian Plate No2 Expanded"/>
              </a:defRPr>
            </a:lvl6pPr>
            <a:lvl7pPr>
              <a:defRPr sz="2100" b="0">
                <a:solidFill>
                  <a:srgbClr val="292929"/>
                </a:solidFill>
                <a:latin typeface="Italian Plate No2 Expanded"/>
                <a:ea typeface="Italian Plate No2 Expanded"/>
                <a:cs typeface="Italian Plate No2 Expanded"/>
              </a:defRPr>
            </a:lvl7pPr>
            <a:lvl8pPr>
              <a:defRPr sz="2100" b="0">
                <a:solidFill>
                  <a:srgbClr val="292929"/>
                </a:solidFill>
                <a:latin typeface="Italian Plate No2 Expanded"/>
                <a:ea typeface="Italian Plate No2 Expanded"/>
                <a:cs typeface="Italian Plate No2 Expanded"/>
              </a:defRPr>
            </a:lvl8pPr>
            <a:lvl9pPr>
              <a:defRPr sz="2100" b="0">
                <a:solidFill>
                  <a:srgbClr val="292929"/>
                </a:solidFill>
                <a:latin typeface="Italian Plate No2 Expanded"/>
                <a:ea typeface="Italian Plate No2 Expanded"/>
                <a:cs typeface="Italian Plate No2 Expanded"/>
              </a:defRPr>
            </a:lvl9pPr>
          </a:lstStyle>
          <a:p xmlns:a="http://schemas.openxmlformats.org/drawingml/2006/main">
            <a:pPr>
              <a:defRPr sz="2100" b="0">
                <a:solidFill>
                  <a:srgbClr val="292929"/>
                </a:solidFill>
                <a:latin typeface="Italian Plate No2 Expanded"/>
                <a:ea typeface="Italian Plate No2 Expanded"/>
                <a:cs typeface="Italian Plate No2 Expanded"/>
              </a:defRPr>
            </a:pPr>
            <a:r>
              <a:rPr sz="2100" b="0">
                <a:solidFill>
                  <a:srgbClr val="292929"/>
                </a:solidFill>
                <a:latin typeface="Italian Plate No2 Expanded"/>
                <a:ea typeface="Italian Plate No2 Expanded"/>
                <a:cs typeface="Italian Plate No2 Expanded"/>
              </a:rPr>
              <a:t>Adjust configured merchandising rules</a:t>
            </a:r>
          </a:p>
          <a:p xmlns:a="http://schemas.openxmlformats.org/drawingml/2006/main">
            <a:pPr>
              <a:defRPr sz="2100" b="0">
                <a:solidFill>
                  <a:srgbClr val="292929"/>
                </a:solidFill>
                <a:latin typeface="Italian Plate No2 Expanded"/>
                <a:ea typeface="Italian Plate No2 Expanded"/>
                <a:cs typeface="Italian Plate No2 Expanded"/>
              </a:defRPr>
            </a:pPr>
            <a:r>
              <a:rPr sz="2100" b="0">
                <a:solidFill>
                  <a:srgbClr val="292929"/>
                </a:solidFill>
                <a:latin typeface="Italian Plate No2 Expanded"/>
                <a:ea typeface="Italian Plate No2 Expanded"/>
                <a:cs typeface="Italian Plate No2 Expanded"/>
              </a:rPr>
              <a:t>Change commercial priorities</a:t>
            </a:r>
          </a:p>
          <a:p xmlns:a="http://schemas.openxmlformats.org/drawingml/2006/main">
            <a:pPr>
              <a:defRPr sz="2100" b="0">
                <a:solidFill>
                  <a:srgbClr val="292929"/>
                </a:solidFill>
                <a:latin typeface="Italian Plate No2 Expanded"/>
                <a:ea typeface="Italian Plate No2 Expanded"/>
                <a:cs typeface="Italian Plate No2 Expanded"/>
              </a:defRPr>
            </a:pPr>
            <a:r>
              <a:rPr sz="2100" b="0">
                <a:solidFill>
                  <a:srgbClr val="292929"/>
                </a:solidFill>
                <a:latin typeface="Italian Plate No2 Expanded"/>
                <a:ea typeface="Italian Plate No2 Expanded"/>
                <a:cs typeface="Italian Plate No2 Expanded"/>
              </a:rPr>
              <a:t>Review the effect on the same result set</a:t>
            </a:r>
          </a:p>
        </p:txBody>
      </p:sp>
      <p:sp>
        <p:nvSpPr>
          <p:cNvPr id="5" name="">
            <a:extLst xmlns:a="http://schemas.openxmlformats.org/drawingml/2006/main">
              <a:ext uri="{FF2B5EF4-FFF2-40B4-BE49-F238E27FC236}">
                <a16:creationId xmlns:a16="http://schemas.microsoft.com/office/drawing/2014/main" id="{CD7B6DF4-E32C-4E19-8557-944515CF431F}"/>
              </a:ext>
            </a:extLst>
          </p:cNvPr>
          <p:cNvSpPr>
            <a:spLocks xmlns:a="http://schemas.openxmlformats.org/drawingml/2006/main" noGrp="1"/>
          </p:cNvSpPr>
          <p:nvPr/>
        </p:nvSpPr>
        <p:spPr>
          <a:xfrm xmlns:a="http://schemas.openxmlformats.org/drawingml/2006/main">
            <a:off x="6524625" y="1952625"/>
            <a:ext cx="4953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3764E4"/>
                </a:solidFill>
                <a:latin typeface="Italian Plate No2 Expanded"/>
                <a:ea typeface="Italian Plate No2 Expanded"/>
                <a:cs typeface="Italian Plate No2 Expanded"/>
              </a:defRPr>
            </a:defPPr>
            <a:lvl1pPr>
              <a:defRPr sz="2550" b="1">
                <a:solidFill>
                  <a:srgbClr val="3764E4"/>
                </a:solidFill>
                <a:latin typeface="Italian Plate No2 Expanded"/>
                <a:ea typeface="Italian Plate No2 Expanded"/>
                <a:cs typeface="Italian Plate No2 Expanded"/>
              </a:defRPr>
            </a:lvl1pPr>
            <a:lvl2pPr>
              <a:defRPr sz="2550" b="1">
                <a:solidFill>
                  <a:srgbClr val="3764E4"/>
                </a:solidFill>
                <a:latin typeface="Italian Plate No2 Expanded"/>
                <a:ea typeface="Italian Plate No2 Expanded"/>
                <a:cs typeface="Italian Plate No2 Expanded"/>
              </a:defRPr>
            </a:lvl2pPr>
            <a:lvl3pPr>
              <a:defRPr sz="2550" b="1">
                <a:solidFill>
                  <a:srgbClr val="3764E4"/>
                </a:solidFill>
                <a:latin typeface="Italian Plate No2 Expanded"/>
                <a:ea typeface="Italian Plate No2 Expanded"/>
                <a:cs typeface="Italian Plate No2 Expanded"/>
              </a:defRPr>
            </a:lvl3pPr>
            <a:lvl4pPr>
              <a:defRPr sz="2550" b="1">
                <a:solidFill>
                  <a:srgbClr val="3764E4"/>
                </a:solidFill>
                <a:latin typeface="Italian Plate No2 Expanded"/>
                <a:ea typeface="Italian Plate No2 Expanded"/>
                <a:cs typeface="Italian Plate No2 Expanded"/>
              </a:defRPr>
            </a:lvl4pPr>
            <a:lvl5pPr>
              <a:defRPr sz="2550" b="1">
                <a:solidFill>
                  <a:srgbClr val="3764E4"/>
                </a:solidFill>
                <a:latin typeface="Italian Plate No2 Expanded"/>
                <a:ea typeface="Italian Plate No2 Expanded"/>
                <a:cs typeface="Italian Plate No2 Expanded"/>
              </a:defRPr>
            </a:lvl5pPr>
            <a:lvl6pPr>
              <a:defRPr sz="2550" b="1">
                <a:solidFill>
                  <a:srgbClr val="3764E4"/>
                </a:solidFill>
                <a:latin typeface="Italian Plate No2 Expanded"/>
                <a:ea typeface="Italian Plate No2 Expanded"/>
                <a:cs typeface="Italian Plate No2 Expanded"/>
              </a:defRPr>
            </a:lvl6pPr>
            <a:lvl7pPr>
              <a:defRPr sz="2550" b="1">
                <a:solidFill>
                  <a:srgbClr val="3764E4"/>
                </a:solidFill>
                <a:latin typeface="Italian Plate No2 Expanded"/>
                <a:ea typeface="Italian Plate No2 Expanded"/>
                <a:cs typeface="Italian Plate No2 Expanded"/>
              </a:defRPr>
            </a:lvl7pPr>
            <a:lvl8pPr>
              <a:defRPr sz="2550" b="1">
                <a:solidFill>
                  <a:srgbClr val="3764E4"/>
                </a:solidFill>
                <a:latin typeface="Italian Plate No2 Expanded"/>
                <a:ea typeface="Italian Plate No2 Expanded"/>
                <a:cs typeface="Italian Plate No2 Expanded"/>
              </a:defRPr>
            </a:lvl8pPr>
            <a:lvl9pPr>
              <a:defRPr sz="2550" b="1">
                <a:solidFill>
                  <a:srgbClr val="3764E4"/>
                </a:solidFill>
                <a:latin typeface="Italian Plate No2 Expanded"/>
                <a:ea typeface="Italian Plate No2 Expanded"/>
                <a:cs typeface="Italian Plate No2 Expanded"/>
              </a:defRPr>
            </a:lvl9pPr>
          </a:lstStyle>
          <a:p xmlns:a="http://schemas.openxmlformats.org/drawingml/2006/main">
            <a:pPr>
              <a:defRPr sz="2550" b="1">
                <a:solidFill>
                  <a:srgbClr val="3764E4"/>
                </a:solidFill>
                <a:latin typeface="Italian Plate No2 Expanded"/>
                <a:ea typeface="Italian Plate No2 Expanded"/>
                <a:cs typeface="Italian Plate No2 Expanded"/>
              </a:defRPr>
            </a:pPr>
            <a:r>
              <a:rPr sz="2550" b="1">
                <a:solidFill>
                  <a:srgbClr val="3764E4"/>
                </a:solidFill>
                <a:latin typeface="Italian Plate No2 Expanded"/>
                <a:ea typeface="Italian Plate No2 Expanded"/>
                <a:cs typeface="Italian Plate No2 Expanded"/>
              </a:rPr>
              <a:t>TRIC and Relewise</a:t>
            </a:r>
          </a:p>
        </p:txBody>
      </p:sp>
      <p:sp>
        <p:nvSpPr>
          <p:cNvPr id="6" name="">
            <a:extLst xmlns:a="http://schemas.openxmlformats.org/drawingml/2006/main">
              <a:ext uri="{FF2B5EF4-FFF2-40B4-BE49-F238E27FC236}">
                <a16:creationId xmlns:a16="http://schemas.microsoft.com/office/drawing/2014/main" id="{5C1272D5-B33A-4604-AA56-6CDEB8223470}"/>
              </a:ext>
            </a:extLst>
          </p:cNvPr>
          <p:cNvSpPr>
            <a:spLocks xmlns:a="http://schemas.openxmlformats.org/drawingml/2006/main" noGrp="1"/>
          </p:cNvSpPr>
          <p:nvPr/>
        </p:nvSpPr>
        <p:spPr>
          <a:xfrm xmlns:a="http://schemas.openxmlformats.org/drawingml/2006/main">
            <a:off x="6524625" y="2762250"/>
            <a:ext cx="5048250"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292929"/>
                </a:solidFill>
                <a:latin typeface="Italian Plate No2 Expanded"/>
                <a:ea typeface="Italian Plate No2 Expanded"/>
                <a:cs typeface="Italian Plate No2 Expanded"/>
              </a:defRPr>
            </a:defPPr>
            <a:lvl1pPr>
              <a:defRPr sz="2100" b="0">
                <a:solidFill>
                  <a:srgbClr val="292929"/>
                </a:solidFill>
                <a:latin typeface="Italian Plate No2 Expanded"/>
                <a:ea typeface="Italian Plate No2 Expanded"/>
                <a:cs typeface="Italian Plate No2 Expanded"/>
              </a:defRPr>
            </a:lvl1pPr>
            <a:lvl2pPr>
              <a:defRPr sz="2100" b="0">
                <a:solidFill>
                  <a:srgbClr val="292929"/>
                </a:solidFill>
                <a:latin typeface="Italian Plate No2 Expanded"/>
                <a:ea typeface="Italian Plate No2 Expanded"/>
                <a:cs typeface="Italian Plate No2 Expanded"/>
              </a:defRPr>
            </a:lvl2pPr>
            <a:lvl3pPr>
              <a:defRPr sz="2100" b="0">
                <a:solidFill>
                  <a:srgbClr val="292929"/>
                </a:solidFill>
                <a:latin typeface="Italian Plate No2 Expanded"/>
                <a:ea typeface="Italian Plate No2 Expanded"/>
                <a:cs typeface="Italian Plate No2 Expanded"/>
              </a:defRPr>
            </a:lvl3pPr>
            <a:lvl4pPr>
              <a:defRPr sz="2100" b="0">
                <a:solidFill>
                  <a:srgbClr val="292929"/>
                </a:solidFill>
                <a:latin typeface="Italian Plate No2 Expanded"/>
                <a:ea typeface="Italian Plate No2 Expanded"/>
                <a:cs typeface="Italian Plate No2 Expanded"/>
              </a:defRPr>
            </a:lvl4pPr>
            <a:lvl5pPr>
              <a:defRPr sz="2100" b="0">
                <a:solidFill>
                  <a:srgbClr val="292929"/>
                </a:solidFill>
                <a:latin typeface="Italian Plate No2 Expanded"/>
                <a:ea typeface="Italian Plate No2 Expanded"/>
                <a:cs typeface="Italian Plate No2 Expanded"/>
              </a:defRPr>
            </a:lvl5pPr>
            <a:lvl6pPr>
              <a:defRPr sz="2100" b="0">
                <a:solidFill>
                  <a:srgbClr val="292929"/>
                </a:solidFill>
                <a:latin typeface="Italian Plate No2 Expanded"/>
                <a:ea typeface="Italian Plate No2 Expanded"/>
                <a:cs typeface="Italian Plate No2 Expanded"/>
              </a:defRPr>
            </a:lvl6pPr>
            <a:lvl7pPr>
              <a:defRPr sz="2100" b="0">
                <a:solidFill>
                  <a:srgbClr val="292929"/>
                </a:solidFill>
                <a:latin typeface="Italian Plate No2 Expanded"/>
                <a:ea typeface="Italian Plate No2 Expanded"/>
                <a:cs typeface="Italian Plate No2 Expanded"/>
              </a:defRPr>
            </a:lvl7pPr>
            <a:lvl8pPr>
              <a:defRPr sz="2100" b="0">
                <a:solidFill>
                  <a:srgbClr val="292929"/>
                </a:solidFill>
                <a:latin typeface="Italian Plate No2 Expanded"/>
                <a:ea typeface="Italian Plate No2 Expanded"/>
                <a:cs typeface="Italian Plate No2 Expanded"/>
              </a:defRPr>
            </a:lvl8pPr>
            <a:lvl9pPr>
              <a:defRPr sz="2100" b="0">
                <a:solidFill>
                  <a:srgbClr val="292929"/>
                </a:solidFill>
                <a:latin typeface="Italian Plate No2 Expanded"/>
                <a:ea typeface="Italian Plate No2 Expanded"/>
                <a:cs typeface="Italian Plate No2 Expanded"/>
              </a:defRPr>
            </a:lvl9pPr>
          </a:lstStyle>
          <a:p xmlns:a="http://schemas.openxmlformats.org/drawingml/2006/main">
            <a:pPr>
              <a:defRPr sz="2100" b="0">
                <a:solidFill>
                  <a:srgbClr val="292929"/>
                </a:solidFill>
                <a:latin typeface="Italian Plate No2 Expanded"/>
                <a:ea typeface="Italian Plate No2 Expanded"/>
                <a:cs typeface="Italian Plate No2 Expanded"/>
              </a:defRPr>
            </a:pPr>
            <a:r>
              <a:rPr sz="2100" b="0">
                <a:solidFill>
                  <a:srgbClr val="292929"/>
                </a:solidFill>
                <a:latin typeface="Italian Plate No2 Expanded"/>
                <a:ea typeface="Italian Plate No2 Expanded"/>
                <a:cs typeface="Italian Plate No2 Expanded"/>
              </a:rPr>
              <a:t>Connect product and relationship data</a:t>
            </a:r>
          </a:p>
          <a:p xmlns:a="http://schemas.openxmlformats.org/drawingml/2006/main">
            <a:pPr>
              <a:defRPr sz="2100" b="0">
                <a:solidFill>
                  <a:srgbClr val="292929"/>
                </a:solidFill>
                <a:latin typeface="Italian Plate No2 Expanded"/>
                <a:ea typeface="Italian Plate No2 Expanded"/>
                <a:cs typeface="Italian Plate No2 Expanded"/>
              </a:defRPr>
            </a:pPr>
            <a:r>
              <a:rPr sz="2100" b="0">
                <a:solidFill>
                  <a:srgbClr val="292929"/>
                </a:solidFill>
                <a:latin typeface="Italian Plate No2 Expanded"/>
                <a:ea typeface="Italian Plate No2 Expanded"/>
                <a:cs typeface="Italian Plate No2 Expanded"/>
              </a:rPr>
              <a:t>Implement placements and tracking</a:t>
            </a:r>
          </a:p>
          <a:p xmlns:a="http://schemas.openxmlformats.org/drawingml/2006/main">
            <a:pPr>
              <a:defRPr sz="2100" b="0">
                <a:solidFill>
                  <a:srgbClr val="292929"/>
                </a:solidFill>
                <a:latin typeface="Italian Plate No2 Expanded"/>
                <a:ea typeface="Italian Plate No2 Expanded"/>
                <a:cs typeface="Italian Plate No2 Expanded"/>
              </a:defRPr>
            </a:pPr>
            <a:r>
              <a:rPr sz="2100" b="0">
                <a:solidFill>
                  <a:srgbClr val="292929"/>
                </a:solidFill>
                <a:latin typeface="Italian Plate No2 Expanded"/>
                <a:ea typeface="Italian Plate No2 Expanded"/>
                <a:cs typeface="Italian Plate No2 Expanded"/>
              </a:rPr>
              <a:t>Handle new data fields and page behavior</a:t>
            </a:r>
          </a:p>
        </p:txBody>
      </p:sp>
      <p:sp>
        <p:nvSpPr>
          <p:cNvPr id="7" name="">
            <a:extLst xmlns:a="http://schemas.openxmlformats.org/drawingml/2006/main">
              <a:ext uri="{FF2B5EF4-FFF2-40B4-BE49-F238E27FC236}">
                <a16:creationId xmlns:a16="http://schemas.microsoft.com/office/drawing/2014/main" id="{05EC5987-F778-4595-B2EA-274623E3D6C3}"/>
              </a:ext>
            </a:extLst>
          </p:cNvPr>
          <p:cNvSpPr>
            <a:spLocks xmlns:a="http://schemas.openxmlformats.org/drawingml/2006/main" noGrp="1"/>
          </p:cNvSpPr>
          <p:nvPr/>
        </p:nvSpPr>
        <p:spPr>
          <a:xfrm xmlns:a="http://schemas.openxmlformats.org/drawingml/2006/main">
            <a:off x="619125" y="561975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292929"/>
                </a:solidFill>
                <a:latin typeface="Italian Plate No2 Expanded"/>
                <a:ea typeface="Italian Plate No2 Expanded"/>
                <a:cs typeface="Italian Plate No2 Expanded"/>
              </a:defRPr>
            </a:defPPr>
            <a:lvl1pPr>
              <a:defRPr sz="1950" b="0">
                <a:solidFill>
                  <a:srgbClr val="292929"/>
                </a:solidFill>
                <a:latin typeface="Italian Plate No2 Expanded"/>
                <a:ea typeface="Italian Plate No2 Expanded"/>
                <a:cs typeface="Italian Plate No2 Expanded"/>
              </a:defRPr>
            </a:lvl1pPr>
            <a:lvl2pPr>
              <a:defRPr sz="1950" b="0">
                <a:solidFill>
                  <a:srgbClr val="292929"/>
                </a:solidFill>
                <a:latin typeface="Italian Plate No2 Expanded"/>
                <a:ea typeface="Italian Plate No2 Expanded"/>
                <a:cs typeface="Italian Plate No2 Expanded"/>
              </a:defRPr>
            </a:lvl2pPr>
            <a:lvl3pPr>
              <a:defRPr sz="1950" b="0">
                <a:solidFill>
                  <a:srgbClr val="292929"/>
                </a:solidFill>
                <a:latin typeface="Italian Plate No2 Expanded"/>
                <a:ea typeface="Italian Plate No2 Expanded"/>
                <a:cs typeface="Italian Plate No2 Expanded"/>
              </a:defRPr>
            </a:lvl3pPr>
            <a:lvl4pPr>
              <a:defRPr sz="1950" b="0">
                <a:solidFill>
                  <a:srgbClr val="292929"/>
                </a:solidFill>
                <a:latin typeface="Italian Plate No2 Expanded"/>
                <a:ea typeface="Italian Plate No2 Expanded"/>
                <a:cs typeface="Italian Plate No2 Expanded"/>
              </a:defRPr>
            </a:lvl4pPr>
            <a:lvl5pPr>
              <a:defRPr sz="1950" b="0">
                <a:solidFill>
                  <a:srgbClr val="292929"/>
                </a:solidFill>
                <a:latin typeface="Italian Plate No2 Expanded"/>
                <a:ea typeface="Italian Plate No2 Expanded"/>
                <a:cs typeface="Italian Plate No2 Expanded"/>
              </a:defRPr>
            </a:lvl5pPr>
            <a:lvl6pPr>
              <a:defRPr sz="1950" b="0">
                <a:solidFill>
                  <a:srgbClr val="292929"/>
                </a:solidFill>
                <a:latin typeface="Italian Plate No2 Expanded"/>
                <a:ea typeface="Italian Plate No2 Expanded"/>
                <a:cs typeface="Italian Plate No2 Expanded"/>
              </a:defRPr>
            </a:lvl6pPr>
            <a:lvl7pPr>
              <a:defRPr sz="1950" b="0">
                <a:solidFill>
                  <a:srgbClr val="292929"/>
                </a:solidFill>
                <a:latin typeface="Italian Plate No2 Expanded"/>
                <a:ea typeface="Italian Plate No2 Expanded"/>
                <a:cs typeface="Italian Plate No2 Expanded"/>
              </a:defRPr>
            </a:lvl7pPr>
            <a:lvl8pPr>
              <a:defRPr sz="1950" b="0">
                <a:solidFill>
                  <a:srgbClr val="292929"/>
                </a:solidFill>
                <a:latin typeface="Italian Plate No2 Expanded"/>
                <a:ea typeface="Italian Plate No2 Expanded"/>
                <a:cs typeface="Italian Plate No2 Expanded"/>
              </a:defRPr>
            </a:lvl8pPr>
            <a:lvl9pPr>
              <a:defRPr sz="1950" b="0">
                <a:solidFill>
                  <a:srgbClr val="292929"/>
                </a:solidFill>
                <a:latin typeface="Italian Plate No2 Expanded"/>
                <a:ea typeface="Italian Plate No2 Expanded"/>
                <a:cs typeface="Italian Plate No2 Expanded"/>
              </a:defRPr>
            </a:lvl9pPr>
          </a:lstStyle>
          <a:p xmlns:a="http://schemas.openxmlformats.org/drawingml/2006/main">
            <a:pPr>
              <a:defRPr sz="1950" b="0">
                <a:solidFill>
                  <a:srgbClr val="292929"/>
                </a:solidFill>
                <a:latin typeface="Italian Plate No2 Expanded"/>
                <a:ea typeface="Italian Plate No2 Expanded"/>
                <a:cs typeface="Italian Plate No2 Expanded"/>
              </a:defRPr>
            </a:pPr>
            <a:r>
              <a:rPr sz="1950" b="0">
                <a:solidFill>
                  <a:srgbClr val="292929"/>
                </a:solidFill>
                <a:latin typeface="Italian Plate No2 Expanded"/>
                <a:ea typeface="Italian Plate No2 Expanded"/>
                <a:cs typeface="Italian Plate No2 Expanded"/>
              </a:rPr>
              <a:t>The initial setup defines which everyday changes are available in self-service.</a:t>
            </a:r>
          </a:p>
        </p:txBody>
      </p:sp>
    </p:spTree>
    <p:extLst>
      <p:ext uri="{BB962C8B-B14F-4D97-AF65-F5344CB8AC3E}">
        <p14:creationId xmlns:p14="http://schemas.microsoft.com/office/powerpoint/2010/main" val="1543398214"/>
      </p:ext>
    </p:extLst>
  </p:cSld>
</p:sld>
</file>

<file path=ppt/slides/slide4.xml><?xml version="1.0" encoding="utf-8"?>
<p:sld xmlns:p="http://schemas.openxmlformats.org/presentationml/2006/main">
  <p:cSld>
    <p:bg>
      <p:bgPr>
        <a:solidFill xmlns:a="http://schemas.openxmlformats.org/drawingml/2006/main">
          <a:srgbClr val="E6EFFA"/>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9124773A-C3E9-4345-A4A6-F4AF24B79F77}"/>
              </a:ext>
            </a:extLst>
          </p:cNvPr>
          <p:cNvSpPr>
            <a:spLocks xmlns:a="http://schemas.openxmlformats.org/drawingml/2006/main" noGrp="1"/>
          </p:cNvSpPr>
          <p:nvPr/>
        </p:nvSpPr>
        <p:spPr>
          <a:xfrm xmlns:a="http://schemas.openxmlformats.org/drawingml/2006/main">
            <a:off x="619125" y="666750"/>
            <a:ext cx="1104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3764E4"/>
                </a:solidFill>
                <a:latin typeface="Italian Plate No2 Expanded"/>
                <a:ea typeface="Italian Plate No2 Expanded"/>
                <a:cs typeface="Italian Plate No2 Expanded"/>
              </a:defRPr>
            </a:defPPr>
            <a:lvl1pPr>
              <a:defRPr sz="3000" b="1">
                <a:solidFill>
                  <a:srgbClr val="3764E4"/>
                </a:solidFill>
                <a:latin typeface="Italian Plate No2 Expanded"/>
                <a:ea typeface="Italian Plate No2 Expanded"/>
                <a:cs typeface="Italian Plate No2 Expanded"/>
              </a:defRPr>
            </a:lvl1pPr>
            <a:lvl2pPr>
              <a:defRPr sz="3000" b="1">
                <a:solidFill>
                  <a:srgbClr val="3764E4"/>
                </a:solidFill>
                <a:latin typeface="Italian Plate No2 Expanded"/>
                <a:ea typeface="Italian Plate No2 Expanded"/>
                <a:cs typeface="Italian Plate No2 Expanded"/>
              </a:defRPr>
            </a:lvl2pPr>
            <a:lvl3pPr>
              <a:defRPr sz="3000" b="1">
                <a:solidFill>
                  <a:srgbClr val="3764E4"/>
                </a:solidFill>
                <a:latin typeface="Italian Plate No2 Expanded"/>
                <a:ea typeface="Italian Plate No2 Expanded"/>
                <a:cs typeface="Italian Plate No2 Expanded"/>
              </a:defRPr>
            </a:lvl3pPr>
            <a:lvl4pPr>
              <a:defRPr sz="3000" b="1">
                <a:solidFill>
                  <a:srgbClr val="3764E4"/>
                </a:solidFill>
                <a:latin typeface="Italian Plate No2 Expanded"/>
                <a:ea typeface="Italian Plate No2 Expanded"/>
                <a:cs typeface="Italian Plate No2 Expanded"/>
              </a:defRPr>
            </a:lvl4pPr>
            <a:lvl5pPr>
              <a:defRPr sz="3000" b="1">
                <a:solidFill>
                  <a:srgbClr val="3764E4"/>
                </a:solidFill>
                <a:latin typeface="Italian Plate No2 Expanded"/>
                <a:ea typeface="Italian Plate No2 Expanded"/>
                <a:cs typeface="Italian Plate No2 Expanded"/>
              </a:defRPr>
            </a:lvl5pPr>
            <a:lvl6pPr>
              <a:defRPr sz="3000" b="1">
                <a:solidFill>
                  <a:srgbClr val="3764E4"/>
                </a:solidFill>
                <a:latin typeface="Italian Plate No2 Expanded"/>
                <a:ea typeface="Italian Plate No2 Expanded"/>
                <a:cs typeface="Italian Plate No2 Expanded"/>
              </a:defRPr>
            </a:lvl6pPr>
            <a:lvl7pPr>
              <a:defRPr sz="3000" b="1">
                <a:solidFill>
                  <a:srgbClr val="3764E4"/>
                </a:solidFill>
                <a:latin typeface="Italian Plate No2 Expanded"/>
                <a:ea typeface="Italian Plate No2 Expanded"/>
                <a:cs typeface="Italian Plate No2 Expanded"/>
              </a:defRPr>
            </a:lvl7pPr>
            <a:lvl8pPr>
              <a:defRPr sz="3000" b="1">
                <a:solidFill>
                  <a:srgbClr val="3764E4"/>
                </a:solidFill>
                <a:latin typeface="Italian Plate No2 Expanded"/>
                <a:ea typeface="Italian Plate No2 Expanded"/>
                <a:cs typeface="Italian Plate No2 Expanded"/>
              </a:defRPr>
            </a:lvl8pPr>
            <a:lvl9pPr>
              <a:defRPr sz="3000" b="1">
                <a:solidFill>
                  <a:srgbClr val="3764E4"/>
                </a:solidFill>
                <a:latin typeface="Italian Plate No2 Expanded"/>
                <a:ea typeface="Italian Plate No2 Expanded"/>
                <a:cs typeface="Italian Plate No2 Expanded"/>
              </a:defRPr>
            </a:lvl9pPr>
          </a:lstStyle>
          <a:p xmlns:a="http://schemas.openxmlformats.org/drawingml/2006/main">
            <a:pPr>
              <a:defRPr sz="3000" b="1">
                <a:solidFill>
                  <a:srgbClr val="3764E4"/>
                </a:solidFill>
                <a:latin typeface="Italian Plate No2 Expanded"/>
                <a:ea typeface="Italian Plate No2 Expanded"/>
                <a:cs typeface="Italian Plate No2 Expanded"/>
              </a:defRPr>
            </a:pPr>
            <a:r>
              <a:rPr sz="3000" b="1">
                <a:solidFill>
                  <a:srgbClr val="3764E4"/>
                </a:solidFill>
                <a:latin typeface="Italian Plate No2 Expanded"/>
                <a:ea typeface="Italian Plate No2 Expanded"/>
                <a:cs typeface="Italian Plate No2 Expanded"/>
              </a:rPr>
              <a:t>A clear basis for the next decision</a:t>
            </a:r>
          </a:p>
        </p:txBody>
      </p:sp>
      <p:sp>
        <p:nvSpPr>
          <p:cNvPr id="3" name="">
            <a:extLst xmlns:a="http://schemas.openxmlformats.org/drawingml/2006/main">
              <a:ext uri="{FF2B5EF4-FFF2-40B4-BE49-F238E27FC236}">
                <a16:creationId xmlns:a16="http://schemas.microsoft.com/office/drawing/2014/main" id="{DCEDA276-7BCC-4827-B198-614BAD78F57F}"/>
              </a:ext>
            </a:extLst>
          </p:cNvPr>
          <p:cNvSpPr>
            <a:spLocks xmlns:a="http://schemas.openxmlformats.org/drawingml/2006/main" noGrp="1"/>
          </p:cNvSpPr>
          <p:nvPr/>
        </p:nvSpPr>
        <p:spPr>
          <a:xfrm xmlns:a="http://schemas.openxmlformats.org/drawingml/2006/main">
            <a:off x="619125" y="1905000"/>
            <a:ext cx="285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3764E4"/>
                </a:solidFill>
                <a:latin typeface="Italian Plate No2 Expanded"/>
                <a:ea typeface="Italian Plate No2 Expanded"/>
                <a:cs typeface="Italian Plate No2 Expanded"/>
              </a:defRPr>
            </a:defPPr>
            <a:lvl1pPr>
              <a:defRPr sz="2250" b="1">
                <a:solidFill>
                  <a:srgbClr val="3764E4"/>
                </a:solidFill>
                <a:latin typeface="Italian Plate No2 Expanded"/>
                <a:ea typeface="Italian Plate No2 Expanded"/>
                <a:cs typeface="Italian Plate No2 Expanded"/>
              </a:defRPr>
            </a:lvl1pPr>
            <a:lvl2pPr>
              <a:defRPr sz="2250" b="1">
                <a:solidFill>
                  <a:srgbClr val="3764E4"/>
                </a:solidFill>
                <a:latin typeface="Italian Plate No2 Expanded"/>
                <a:ea typeface="Italian Plate No2 Expanded"/>
                <a:cs typeface="Italian Plate No2 Expanded"/>
              </a:defRPr>
            </a:lvl2pPr>
            <a:lvl3pPr>
              <a:defRPr sz="2250" b="1">
                <a:solidFill>
                  <a:srgbClr val="3764E4"/>
                </a:solidFill>
                <a:latin typeface="Italian Plate No2 Expanded"/>
                <a:ea typeface="Italian Plate No2 Expanded"/>
                <a:cs typeface="Italian Plate No2 Expanded"/>
              </a:defRPr>
            </a:lvl3pPr>
            <a:lvl4pPr>
              <a:defRPr sz="2250" b="1">
                <a:solidFill>
                  <a:srgbClr val="3764E4"/>
                </a:solidFill>
                <a:latin typeface="Italian Plate No2 Expanded"/>
                <a:ea typeface="Italian Plate No2 Expanded"/>
                <a:cs typeface="Italian Plate No2 Expanded"/>
              </a:defRPr>
            </a:lvl4pPr>
            <a:lvl5pPr>
              <a:defRPr sz="2250" b="1">
                <a:solidFill>
                  <a:srgbClr val="3764E4"/>
                </a:solidFill>
                <a:latin typeface="Italian Plate No2 Expanded"/>
                <a:ea typeface="Italian Plate No2 Expanded"/>
                <a:cs typeface="Italian Plate No2 Expanded"/>
              </a:defRPr>
            </a:lvl5pPr>
            <a:lvl6pPr>
              <a:defRPr sz="2250" b="1">
                <a:solidFill>
                  <a:srgbClr val="3764E4"/>
                </a:solidFill>
                <a:latin typeface="Italian Plate No2 Expanded"/>
                <a:ea typeface="Italian Plate No2 Expanded"/>
                <a:cs typeface="Italian Plate No2 Expanded"/>
              </a:defRPr>
            </a:lvl6pPr>
            <a:lvl7pPr>
              <a:defRPr sz="2250" b="1">
                <a:solidFill>
                  <a:srgbClr val="3764E4"/>
                </a:solidFill>
                <a:latin typeface="Italian Plate No2 Expanded"/>
                <a:ea typeface="Italian Plate No2 Expanded"/>
                <a:cs typeface="Italian Plate No2 Expanded"/>
              </a:defRPr>
            </a:lvl7pPr>
            <a:lvl8pPr>
              <a:defRPr sz="2250" b="1">
                <a:solidFill>
                  <a:srgbClr val="3764E4"/>
                </a:solidFill>
                <a:latin typeface="Italian Plate No2 Expanded"/>
                <a:ea typeface="Italian Plate No2 Expanded"/>
                <a:cs typeface="Italian Plate No2 Expanded"/>
              </a:defRPr>
            </a:lvl8pPr>
            <a:lvl9pPr>
              <a:defRPr sz="2250" b="1">
                <a:solidFill>
                  <a:srgbClr val="3764E4"/>
                </a:solidFill>
                <a:latin typeface="Italian Plate No2 Expanded"/>
                <a:ea typeface="Italian Plate No2 Expanded"/>
                <a:cs typeface="Italian Plate No2 Expanded"/>
              </a:defRPr>
            </a:lvl9pPr>
          </a:lstStyle>
          <a:p xmlns:a="http://schemas.openxmlformats.org/drawingml/2006/main">
            <a:pPr>
              <a:defRPr sz="2250" b="1">
                <a:solidFill>
                  <a:srgbClr val="3764E4"/>
                </a:solidFill>
                <a:latin typeface="Italian Plate No2 Expanded"/>
                <a:ea typeface="Italian Plate No2 Expanded"/>
                <a:cs typeface="Italian Plate No2 Expanded"/>
              </a:defRPr>
            </a:pPr>
            <a:r>
              <a:rPr sz="2250" b="1">
                <a:solidFill>
                  <a:srgbClr val="3764E4"/>
                </a:solidFill>
                <a:latin typeface="Italian Plate No2 Expanded"/>
                <a:ea typeface="Italian Plate No2 Expanded"/>
                <a:cs typeface="Italian Plate No2 Expanded"/>
              </a:rPr>
              <a:t>Findability</a:t>
            </a:r>
          </a:p>
        </p:txBody>
      </p:sp>
      <p:sp>
        <p:nvSpPr>
          <p:cNvPr id="4" name="">
            <a:extLst xmlns:a="http://schemas.openxmlformats.org/drawingml/2006/main">
              <a:ext uri="{FF2B5EF4-FFF2-40B4-BE49-F238E27FC236}">
                <a16:creationId xmlns:a16="http://schemas.microsoft.com/office/drawing/2014/main" id="{71E99192-B1B9-4FFD-A0CE-76E613E17B19}"/>
              </a:ext>
            </a:extLst>
          </p:cNvPr>
          <p:cNvSpPr>
            <a:spLocks xmlns:a="http://schemas.openxmlformats.org/drawingml/2006/main" noGrp="1"/>
          </p:cNvSpPr>
          <p:nvPr/>
        </p:nvSpPr>
        <p:spPr>
          <a:xfrm xmlns:a="http://schemas.openxmlformats.org/drawingml/2006/main">
            <a:off x="4286250" y="1905000"/>
            <a:ext cx="7096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292929"/>
                </a:solidFill>
                <a:latin typeface="Italian Plate No2 Expanded"/>
                <a:ea typeface="Italian Plate No2 Expanded"/>
                <a:cs typeface="Italian Plate No2 Expanded"/>
              </a:defRPr>
            </a:defPPr>
            <a:lvl1pPr>
              <a:defRPr sz="2100" b="0">
                <a:solidFill>
                  <a:srgbClr val="292929"/>
                </a:solidFill>
                <a:latin typeface="Italian Plate No2 Expanded"/>
                <a:ea typeface="Italian Plate No2 Expanded"/>
                <a:cs typeface="Italian Plate No2 Expanded"/>
              </a:defRPr>
            </a:lvl1pPr>
            <a:lvl2pPr>
              <a:defRPr sz="2100" b="0">
                <a:solidFill>
                  <a:srgbClr val="292929"/>
                </a:solidFill>
                <a:latin typeface="Italian Plate No2 Expanded"/>
                <a:ea typeface="Italian Plate No2 Expanded"/>
                <a:cs typeface="Italian Plate No2 Expanded"/>
              </a:defRPr>
            </a:lvl2pPr>
            <a:lvl3pPr>
              <a:defRPr sz="2100" b="0">
                <a:solidFill>
                  <a:srgbClr val="292929"/>
                </a:solidFill>
                <a:latin typeface="Italian Plate No2 Expanded"/>
                <a:ea typeface="Italian Plate No2 Expanded"/>
                <a:cs typeface="Italian Plate No2 Expanded"/>
              </a:defRPr>
            </a:lvl3pPr>
            <a:lvl4pPr>
              <a:defRPr sz="2100" b="0">
                <a:solidFill>
                  <a:srgbClr val="292929"/>
                </a:solidFill>
                <a:latin typeface="Italian Plate No2 Expanded"/>
                <a:ea typeface="Italian Plate No2 Expanded"/>
                <a:cs typeface="Italian Plate No2 Expanded"/>
              </a:defRPr>
            </a:lvl4pPr>
            <a:lvl5pPr>
              <a:defRPr sz="2100" b="0">
                <a:solidFill>
                  <a:srgbClr val="292929"/>
                </a:solidFill>
                <a:latin typeface="Italian Plate No2 Expanded"/>
                <a:ea typeface="Italian Plate No2 Expanded"/>
                <a:cs typeface="Italian Plate No2 Expanded"/>
              </a:defRPr>
            </a:lvl5pPr>
            <a:lvl6pPr>
              <a:defRPr sz="2100" b="0">
                <a:solidFill>
                  <a:srgbClr val="292929"/>
                </a:solidFill>
                <a:latin typeface="Italian Plate No2 Expanded"/>
                <a:ea typeface="Italian Plate No2 Expanded"/>
                <a:cs typeface="Italian Plate No2 Expanded"/>
              </a:defRPr>
            </a:lvl6pPr>
            <a:lvl7pPr>
              <a:defRPr sz="2100" b="0">
                <a:solidFill>
                  <a:srgbClr val="292929"/>
                </a:solidFill>
                <a:latin typeface="Italian Plate No2 Expanded"/>
                <a:ea typeface="Italian Plate No2 Expanded"/>
                <a:cs typeface="Italian Plate No2 Expanded"/>
              </a:defRPr>
            </a:lvl7pPr>
            <a:lvl8pPr>
              <a:defRPr sz="2100" b="0">
                <a:solidFill>
                  <a:srgbClr val="292929"/>
                </a:solidFill>
                <a:latin typeface="Italian Plate No2 Expanded"/>
                <a:ea typeface="Italian Plate No2 Expanded"/>
                <a:cs typeface="Italian Plate No2 Expanded"/>
              </a:defRPr>
            </a:lvl8pPr>
            <a:lvl9pPr>
              <a:defRPr sz="2100" b="0">
                <a:solidFill>
                  <a:srgbClr val="292929"/>
                </a:solidFill>
                <a:latin typeface="Italian Plate No2 Expanded"/>
                <a:ea typeface="Italian Plate No2 Expanded"/>
                <a:cs typeface="Italian Plate No2 Expanded"/>
              </a:defRPr>
            </a:lvl9pPr>
          </a:lstStyle>
          <a:p xmlns:a="http://schemas.openxmlformats.org/drawingml/2006/main">
            <a:pPr>
              <a:defRPr sz="2100" b="0">
                <a:solidFill>
                  <a:srgbClr val="292929"/>
                </a:solidFill>
                <a:latin typeface="Italian Plate No2 Expanded"/>
                <a:ea typeface="Italian Plate No2 Expanded"/>
                <a:cs typeface="Italian Plate No2 Expanded"/>
              </a:defRPr>
            </a:pPr>
            <a:r>
              <a:rPr sz="2100" b="0">
                <a:solidFill>
                  <a:srgbClr val="292929"/>
                </a:solidFill>
                <a:latin typeface="Italian Plate No2 Expanded"/>
                <a:ea typeface="Italian Plate No2 Expanded"/>
                <a:cs typeface="Italian Plate No2 Expanded"/>
              </a:rPr>
              <a:t>Agreed products appear for known part numbers and models.</a:t>
            </a:r>
          </a:p>
        </p:txBody>
      </p:sp>
      <p:sp>
        <p:nvSpPr>
          <p:cNvPr id="5" name="">
            <a:extLst xmlns:a="http://schemas.openxmlformats.org/drawingml/2006/main">
              <a:ext uri="{FF2B5EF4-FFF2-40B4-BE49-F238E27FC236}">
                <a16:creationId xmlns:a16="http://schemas.microsoft.com/office/drawing/2014/main" id="{DB3609CD-55F6-4671-81F3-3D80AD343692}"/>
              </a:ext>
            </a:extLst>
          </p:cNvPr>
          <p:cNvSpPr>
            <a:spLocks xmlns:a="http://schemas.openxmlformats.org/drawingml/2006/main" noGrp="1"/>
          </p:cNvSpPr>
          <p:nvPr/>
        </p:nvSpPr>
        <p:spPr>
          <a:xfrm xmlns:a="http://schemas.openxmlformats.org/drawingml/2006/main">
            <a:off x="619125" y="3095625"/>
            <a:ext cx="285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3764E4"/>
                </a:solidFill>
                <a:latin typeface="Italian Plate No2 Expanded"/>
                <a:ea typeface="Italian Plate No2 Expanded"/>
                <a:cs typeface="Italian Plate No2 Expanded"/>
              </a:defRPr>
            </a:defPPr>
            <a:lvl1pPr>
              <a:defRPr sz="2250" b="1">
                <a:solidFill>
                  <a:srgbClr val="3764E4"/>
                </a:solidFill>
                <a:latin typeface="Italian Plate No2 Expanded"/>
                <a:ea typeface="Italian Plate No2 Expanded"/>
                <a:cs typeface="Italian Plate No2 Expanded"/>
              </a:defRPr>
            </a:lvl1pPr>
            <a:lvl2pPr>
              <a:defRPr sz="2250" b="1">
                <a:solidFill>
                  <a:srgbClr val="3764E4"/>
                </a:solidFill>
                <a:latin typeface="Italian Plate No2 Expanded"/>
                <a:ea typeface="Italian Plate No2 Expanded"/>
                <a:cs typeface="Italian Plate No2 Expanded"/>
              </a:defRPr>
            </a:lvl2pPr>
            <a:lvl3pPr>
              <a:defRPr sz="2250" b="1">
                <a:solidFill>
                  <a:srgbClr val="3764E4"/>
                </a:solidFill>
                <a:latin typeface="Italian Plate No2 Expanded"/>
                <a:ea typeface="Italian Plate No2 Expanded"/>
                <a:cs typeface="Italian Plate No2 Expanded"/>
              </a:defRPr>
            </a:lvl3pPr>
            <a:lvl4pPr>
              <a:defRPr sz="2250" b="1">
                <a:solidFill>
                  <a:srgbClr val="3764E4"/>
                </a:solidFill>
                <a:latin typeface="Italian Plate No2 Expanded"/>
                <a:ea typeface="Italian Plate No2 Expanded"/>
                <a:cs typeface="Italian Plate No2 Expanded"/>
              </a:defRPr>
            </a:lvl4pPr>
            <a:lvl5pPr>
              <a:defRPr sz="2250" b="1">
                <a:solidFill>
                  <a:srgbClr val="3764E4"/>
                </a:solidFill>
                <a:latin typeface="Italian Plate No2 Expanded"/>
                <a:ea typeface="Italian Plate No2 Expanded"/>
                <a:cs typeface="Italian Plate No2 Expanded"/>
              </a:defRPr>
            </a:lvl5pPr>
            <a:lvl6pPr>
              <a:defRPr sz="2250" b="1">
                <a:solidFill>
                  <a:srgbClr val="3764E4"/>
                </a:solidFill>
                <a:latin typeface="Italian Plate No2 Expanded"/>
                <a:ea typeface="Italian Plate No2 Expanded"/>
                <a:cs typeface="Italian Plate No2 Expanded"/>
              </a:defRPr>
            </a:lvl6pPr>
            <a:lvl7pPr>
              <a:defRPr sz="2250" b="1">
                <a:solidFill>
                  <a:srgbClr val="3764E4"/>
                </a:solidFill>
                <a:latin typeface="Italian Plate No2 Expanded"/>
                <a:ea typeface="Italian Plate No2 Expanded"/>
                <a:cs typeface="Italian Plate No2 Expanded"/>
              </a:defRPr>
            </a:lvl7pPr>
            <a:lvl8pPr>
              <a:defRPr sz="2250" b="1">
                <a:solidFill>
                  <a:srgbClr val="3764E4"/>
                </a:solidFill>
                <a:latin typeface="Italian Plate No2 Expanded"/>
                <a:ea typeface="Italian Plate No2 Expanded"/>
                <a:cs typeface="Italian Plate No2 Expanded"/>
              </a:defRPr>
            </a:lvl8pPr>
            <a:lvl9pPr>
              <a:defRPr sz="2250" b="1">
                <a:solidFill>
                  <a:srgbClr val="3764E4"/>
                </a:solidFill>
                <a:latin typeface="Italian Plate No2 Expanded"/>
                <a:ea typeface="Italian Plate No2 Expanded"/>
                <a:cs typeface="Italian Plate No2 Expanded"/>
              </a:defRPr>
            </a:lvl9pPr>
          </a:lstStyle>
          <a:p xmlns:a="http://schemas.openxmlformats.org/drawingml/2006/main">
            <a:pPr>
              <a:defRPr sz="2250" b="1">
                <a:solidFill>
                  <a:srgbClr val="3764E4"/>
                </a:solidFill>
                <a:latin typeface="Italian Plate No2 Expanded"/>
                <a:ea typeface="Italian Plate No2 Expanded"/>
                <a:cs typeface="Italian Plate No2 Expanded"/>
              </a:defRPr>
            </a:pPr>
            <a:r>
              <a:rPr sz="2250" b="1">
                <a:solidFill>
                  <a:srgbClr val="3764E4"/>
                </a:solidFill>
                <a:latin typeface="Italian Plate No2 Expanded"/>
                <a:ea typeface="Italian Plate No2 Expanded"/>
                <a:cs typeface="Italian Plate No2 Expanded"/>
              </a:rPr>
              <a:t>Relationships</a:t>
            </a:r>
          </a:p>
        </p:txBody>
      </p:sp>
      <p:sp>
        <p:nvSpPr>
          <p:cNvPr id="6" name="">
            <a:extLst xmlns:a="http://schemas.openxmlformats.org/drawingml/2006/main">
              <a:ext uri="{FF2B5EF4-FFF2-40B4-BE49-F238E27FC236}">
                <a16:creationId xmlns:a16="http://schemas.microsoft.com/office/drawing/2014/main" id="{D7FCBFC3-4581-45F6-B615-87F6C07CD783}"/>
              </a:ext>
            </a:extLst>
          </p:cNvPr>
          <p:cNvSpPr>
            <a:spLocks xmlns:a="http://schemas.openxmlformats.org/drawingml/2006/main" noGrp="1"/>
          </p:cNvSpPr>
          <p:nvPr/>
        </p:nvSpPr>
        <p:spPr>
          <a:xfrm xmlns:a="http://schemas.openxmlformats.org/drawingml/2006/main">
            <a:off x="3857625" y="3095625"/>
            <a:ext cx="7524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292929"/>
                </a:solidFill>
                <a:latin typeface="Italian Plate No2 Expanded"/>
                <a:ea typeface="Italian Plate No2 Expanded"/>
                <a:cs typeface="Italian Plate No2 Expanded"/>
              </a:defRPr>
            </a:defPPr>
            <a:lvl1pPr>
              <a:defRPr sz="2100" b="0">
                <a:solidFill>
                  <a:srgbClr val="292929"/>
                </a:solidFill>
                <a:latin typeface="Italian Plate No2 Expanded"/>
                <a:ea typeface="Italian Plate No2 Expanded"/>
                <a:cs typeface="Italian Plate No2 Expanded"/>
              </a:defRPr>
            </a:lvl1pPr>
            <a:lvl2pPr>
              <a:defRPr sz="2100" b="0">
                <a:solidFill>
                  <a:srgbClr val="292929"/>
                </a:solidFill>
                <a:latin typeface="Italian Plate No2 Expanded"/>
                <a:ea typeface="Italian Plate No2 Expanded"/>
                <a:cs typeface="Italian Plate No2 Expanded"/>
              </a:defRPr>
            </a:lvl2pPr>
            <a:lvl3pPr>
              <a:defRPr sz="2100" b="0">
                <a:solidFill>
                  <a:srgbClr val="292929"/>
                </a:solidFill>
                <a:latin typeface="Italian Plate No2 Expanded"/>
                <a:ea typeface="Italian Plate No2 Expanded"/>
                <a:cs typeface="Italian Plate No2 Expanded"/>
              </a:defRPr>
            </a:lvl3pPr>
            <a:lvl4pPr>
              <a:defRPr sz="2100" b="0">
                <a:solidFill>
                  <a:srgbClr val="292929"/>
                </a:solidFill>
                <a:latin typeface="Italian Plate No2 Expanded"/>
                <a:ea typeface="Italian Plate No2 Expanded"/>
                <a:cs typeface="Italian Plate No2 Expanded"/>
              </a:defRPr>
            </a:lvl4pPr>
            <a:lvl5pPr>
              <a:defRPr sz="2100" b="0">
                <a:solidFill>
                  <a:srgbClr val="292929"/>
                </a:solidFill>
                <a:latin typeface="Italian Plate No2 Expanded"/>
                <a:ea typeface="Italian Plate No2 Expanded"/>
                <a:cs typeface="Italian Plate No2 Expanded"/>
              </a:defRPr>
            </a:lvl5pPr>
            <a:lvl6pPr>
              <a:defRPr sz="2100" b="0">
                <a:solidFill>
                  <a:srgbClr val="292929"/>
                </a:solidFill>
                <a:latin typeface="Italian Plate No2 Expanded"/>
                <a:ea typeface="Italian Plate No2 Expanded"/>
                <a:cs typeface="Italian Plate No2 Expanded"/>
              </a:defRPr>
            </a:lvl6pPr>
            <a:lvl7pPr>
              <a:defRPr sz="2100" b="0">
                <a:solidFill>
                  <a:srgbClr val="292929"/>
                </a:solidFill>
                <a:latin typeface="Italian Plate No2 Expanded"/>
                <a:ea typeface="Italian Plate No2 Expanded"/>
                <a:cs typeface="Italian Plate No2 Expanded"/>
              </a:defRPr>
            </a:lvl7pPr>
            <a:lvl8pPr>
              <a:defRPr sz="2100" b="0">
                <a:solidFill>
                  <a:srgbClr val="292929"/>
                </a:solidFill>
                <a:latin typeface="Italian Plate No2 Expanded"/>
                <a:ea typeface="Italian Plate No2 Expanded"/>
                <a:cs typeface="Italian Plate No2 Expanded"/>
              </a:defRPr>
            </a:lvl8pPr>
            <a:lvl9pPr>
              <a:defRPr sz="2100" b="0">
                <a:solidFill>
                  <a:srgbClr val="292929"/>
                </a:solidFill>
                <a:latin typeface="Italian Plate No2 Expanded"/>
                <a:ea typeface="Italian Plate No2 Expanded"/>
                <a:cs typeface="Italian Plate No2 Expanded"/>
              </a:defRPr>
            </a:lvl9pPr>
          </a:lstStyle>
          <a:p xmlns:a="http://schemas.openxmlformats.org/drawingml/2006/main">
            <a:pPr>
              <a:defRPr sz="2100" b="0">
                <a:solidFill>
                  <a:srgbClr val="292929"/>
                </a:solidFill>
                <a:latin typeface="Italian Plate No2 Expanded"/>
                <a:ea typeface="Italian Plate No2 Expanded"/>
                <a:cs typeface="Italian Plate No2 Expanded"/>
              </a:defRPr>
            </a:pPr>
            <a:r>
              <a:rPr sz="2100" b="0">
                <a:solidFill>
                  <a:srgbClr val="292929"/>
                </a:solidFill>
                <a:latin typeface="Italian Plate No2 Expanded"/>
                <a:ea typeface="Italian Plate No2 Expanded"/>
                <a:cs typeface="Italian Plate No2 Expanded"/>
              </a:rPr>
              <a:t>Listed options follow the supplied data. Selected-build compatibility still needs validation.</a:t>
            </a:r>
          </a:p>
        </p:txBody>
      </p:sp>
      <p:sp>
        <p:nvSpPr>
          <p:cNvPr id="7" name="">
            <a:extLst xmlns:a="http://schemas.openxmlformats.org/drawingml/2006/main">
              <a:ext uri="{FF2B5EF4-FFF2-40B4-BE49-F238E27FC236}">
                <a16:creationId xmlns:a16="http://schemas.microsoft.com/office/drawing/2014/main" id="{466C67CA-345A-43A4-88DD-237F70C4C16D}"/>
              </a:ext>
            </a:extLst>
          </p:cNvPr>
          <p:cNvSpPr>
            <a:spLocks xmlns:a="http://schemas.openxmlformats.org/drawingml/2006/main" noGrp="1"/>
          </p:cNvSpPr>
          <p:nvPr/>
        </p:nvSpPr>
        <p:spPr>
          <a:xfrm xmlns:a="http://schemas.openxmlformats.org/drawingml/2006/main">
            <a:off x="619125" y="4286250"/>
            <a:ext cx="285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3764E4"/>
                </a:solidFill>
                <a:latin typeface="Italian Plate No2 Expanded"/>
                <a:ea typeface="Italian Plate No2 Expanded"/>
                <a:cs typeface="Italian Plate No2 Expanded"/>
              </a:defRPr>
            </a:defPPr>
            <a:lvl1pPr>
              <a:defRPr sz="2250" b="1">
                <a:solidFill>
                  <a:srgbClr val="3764E4"/>
                </a:solidFill>
                <a:latin typeface="Italian Plate No2 Expanded"/>
                <a:ea typeface="Italian Plate No2 Expanded"/>
                <a:cs typeface="Italian Plate No2 Expanded"/>
              </a:defRPr>
            </a:lvl1pPr>
            <a:lvl2pPr>
              <a:defRPr sz="2250" b="1">
                <a:solidFill>
                  <a:srgbClr val="3764E4"/>
                </a:solidFill>
                <a:latin typeface="Italian Plate No2 Expanded"/>
                <a:ea typeface="Italian Plate No2 Expanded"/>
                <a:cs typeface="Italian Plate No2 Expanded"/>
              </a:defRPr>
            </a:lvl2pPr>
            <a:lvl3pPr>
              <a:defRPr sz="2250" b="1">
                <a:solidFill>
                  <a:srgbClr val="3764E4"/>
                </a:solidFill>
                <a:latin typeface="Italian Plate No2 Expanded"/>
                <a:ea typeface="Italian Plate No2 Expanded"/>
                <a:cs typeface="Italian Plate No2 Expanded"/>
              </a:defRPr>
            </a:lvl3pPr>
            <a:lvl4pPr>
              <a:defRPr sz="2250" b="1">
                <a:solidFill>
                  <a:srgbClr val="3764E4"/>
                </a:solidFill>
                <a:latin typeface="Italian Plate No2 Expanded"/>
                <a:ea typeface="Italian Plate No2 Expanded"/>
                <a:cs typeface="Italian Plate No2 Expanded"/>
              </a:defRPr>
            </a:lvl4pPr>
            <a:lvl5pPr>
              <a:defRPr sz="2250" b="1">
                <a:solidFill>
                  <a:srgbClr val="3764E4"/>
                </a:solidFill>
                <a:latin typeface="Italian Plate No2 Expanded"/>
                <a:ea typeface="Italian Plate No2 Expanded"/>
                <a:cs typeface="Italian Plate No2 Expanded"/>
              </a:defRPr>
            </a:lvl5pPr>
            <a:lvl6pPr>
              <a:defRPr sz="2250" b="1">
                <a:solidFill>
                  <a:srgbClr val="3764E4"/>
                </a:solidFill>
                <a:latin typeface="Italian Plate No2 Expanded"/>
                <a:ea typeface="Italian Plate No2 Expanded"/>
                <a:cs typeface="Italian Plate No2 Expanded"/>
              </a:defRPr>
            </a:lvl6pPr>
            <a:lvl7pPr>
              <a:defRPr sz="2250" b="1">
                <a:solidFill>
                  <a:srgbClr val="3764E4"/>
                </a:solidFill>
                <a:latin typeface="Italian Plate No2 Expanded"/>
                <a:ea typeface="Italian Plate No2 Expanded"/>
                <a:cs typeface="Italian Plate No2 Expanded"/>
              </a:defRPr>
            </a:lvl7pPr>
            <a:lvl8pPr>
              <a:defRPr sz="2250" b="1">
                <a:solidFill>
                  <a:srgbClr val="3764E4"/>
                </a:solidFill>
                <a:latin typeface="Italian Plate No2 Expanded"/>
                <a:ea typeface="Italian Plate No2 Expanded"/>
                <a:cs typeface="Italian Plate No2 Expanded"/>
              </a:defRPr>
            </a:lvl8pPr>
            <a:lvl9pPr>
              <a:defRPr sz="2250" b="1">
                <a:solidFill>
                  <a:srgbClr val="3764E4"/>
                </a:solidFill>
                <a:latin typeface="Italian Plate No2 Expanded"/>
                <a:ea typeface="Italian Plate No2 Expanded"/>
                <a:cs typeface="Italian Plate No2 Expanded"/>
              </a:defRPr>
            </a:lvl9pPr>
          </a:lstStyle>
          <a:p xmlns:a="http://schemas.openxmlformats.org/drawingml/2006/main">
            <a:pPr>
              <a:defRPr sz="2250" b="1">
                <a:solidFill>
                  <a:srgbClr val="3764E4"/>
                </a:solidFill>
                <a:latin typeface="Italian Plate No2 Expanded"/>
                <a:ea typeface="Italian Plate No2 Expanded"/>
                <a:cs typeface="Italian Plate No2 Expanded"/>
              </a:defRPr>
            </a:pPr>
            <a:r>
              <a:rPr sz="2250" b="1">
                <a:solidFill>
                  <a:srgbClr val="3764E4"/>
                </a:solidFill>
                <a:latin typeface="Italian Plate No2 Expanded"/>
                <a:ea typeface="Italian Plate No2 Expanded"/>
                <a:cs typeface="Italian Plate No2 Expanded"/>
              </a:rPr>
              <a:t>Control</a:t>
            </a:r>
          </a:p>
        </p:txBody>
      </p:sp>
      <p:sp>
        <p:nvSpPr>
          <p:cNvPr id="8" name="">
            <a:extLst xmlns:a="http://schemas.openxmlformats.org/drawingml/2006/main">
              <a:ext uri="{FF2B5EF4-FFF2-40B4-BE49-F238E27FC236}">
                <a16:creationId xmlns:a16="http://schemas.microsoft.com/office/drawing/2014/main" id="{6B54DFED-C744-418D-AF39-73D7DF0D2A0D}"/>
              </a:ext>
            </a:extLst>
          </p:cNvPr>
          <p:cNvSpPr>
            <a:spLocks xmlns:a="http://schemas.openxmlformats.org/drawingml/2006/main" noGrp="1"/>
          </p:cNvSpPr>
          <p:nvPr/>
        </p:nvSpPr>
        <p:spPr>
          <a:xfrm xmlns:a="http://schemas.openxmlformats.org/drawingml/2006/main">
            <a:off x="3857625" y="4286250"/>
            <a:ext cx="7524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292929"/>
                </a:solidFill>
                <a:latin typeface="Italian Plate No2 Expanded"/>
                <a:ea typeface="Italian Plate No2 Expanded"/>
                <a:cs typeface="Italian Plate No2 Expanded"/>
              </a:defRPr>
            </a:defPPr>
            <a:lvl1pPr>
              <a:defRPr sz="2100" b="0">
                <a:solidFill>
                  <a:srgbClr val="292929"/>
                </a:solidFill>
                <a:latin typeface="Italian Plate No2 Expanded"/>
                <a:ea typeface="Italian Plate No2 Expanded"/>
                <a:cs typeface="Italian Plate No2 Expanded"/>
              </a:defRPr>
            </a:lvl1pPr>
            <a:lvl2pPr>
              <a:defRPr sz="2100" b="0">
                <a:solidFill>
                  <a:srgbClr val="292929"/>
                </a:solidFill>
                <a:latin typeface="Italian Plate No2 Expanded"/>
                <a:ea typeface="Italian Plate No2 Expanded"/>
                <a:cs typeface="Italian Plate No2 Expanded"/>
              </a:defRPr>
            </a:lvl2pPr>
            <a:lvl3pPr>
              <a:defRPr sz="2100" b="0">
                <a:solidFill>
                  <a:srgbClr val="292929"/>
                </a:solidFill>
                <a:latin typeface="Italian Plate No2 Expanded"/>
                <a:ea typeface="Italian Plate No2 Expanded"/>
                <a:cs typeface="Italian Plate No2 Expanded"/>
              </a:defRPr>
            </a:lvl3pPr>
            <a:lvl4pPr>
              <a:defRPr sz="2100" b="0">
                <a:solidFill>
                  <a:srgbClr val="292929"/>
                </a:solidFill>
                <a:latin typeface="Italian Plate No2 Expanded"/>
                <a:ea typeface="Italian Plate No2 Expanded"/>
                <a:cs typeface="Italian Plate No2 Expanded"/>
              </a:defRPr>
            </a:lvl4pPr>
            <a:lvl5pPr>
              <a:defRPr sz="2100" b="0">
                <a:solidFill>
                  <a:srgbClr val="292929"/>
                </a:solidFill>
                <a:latin typeface="Italian Plate No2 Expanded"/>
                <a:ea typeface="Italian Plate No2 Expanded"/>
                <a:cs typeface="Italian Plate No2 Expanded"/>
              </a:defRPr>
            </a:lvl5pPr>
            <a:lvl6pPr>
              <a:defRPr sz="2100" b="0">
                <a:solidFill>
                  <a:srgbClr val="292929"/>
                </a:solidFill>
                <a:latin typeface="Italian Plate No2 Expanded"/>
                <a:ea typeface="Italian Plate No2 Expanded"/>
                <a:cs typeface="Italian Plate No2 Expanded"/>
              </a:defRPr>
            </a:lvl6pPr>
            <a:lvl7pPr>
              <a:defRPr sz="2100" b="0">
                <a:solidFill>
                  <a:srgbClr val="292929"/>
                </a:solidFill>
                <a:latin typeface="Italian Plate No2 Expanded"/>
                <a:ea typeface="Italian Plate No2 Expanded"/>
                <a:cs typeface="Italian Plate No2 Expanded"/>
              </a:defRPr>
            </a:lvl7pPr>
            <a:lvl8pPr>
              <a:defRPr sz="2100" b="0">
                <a:solidFill>
                  <a:srgbClr val="292929"/>
                </a:solidFill>
                <a:latin typeface="Italian Plate No2 Expanded"/>
                <a:ea typeface="Italian Plate No2 Expanded"/>
                <a:cs typeface="Italian Plate No2 Expanded"/>
              </a:defRPr>
            </a:lvl8pPr>
            <a:lvl9pPr>
              <a:defRPr sz="2100" b="0">
                <a:solidFill>
                  <a:srgbClr val="292929"/>
                </a:solidFill>
                <a:latin typeface="Italian Plate No2 Expanded"/>
                <a:ea typeface="Italian Plate No2 Expanded"/>
                <a:cs typeface="Italian Plate No2 Expanded"/>
              </a:defRPr>
            </a:lvl9pPr>
          </a:lstStyle>
          <a:p xmlns:a="http://schemas.openxmlformats.org/drawingml/2006/main">
            <a:pPr>
              <a:defRPr sz="2100" b="0">
                <a:solidFill>
                  <a:srgbClr val="292929"/>
                </a:solidFill>
                <a:latin typeface="Italian Plate No2 Expanded"/>
                <a:ea typeface="Italian Plate No2 Expanded"/>
                <a:cs typeface="Italian Plate No2 Expanded"/>
              </a:defRPr>
            </a:pPr>
            <a:r>
              <a:rPr sz="2100" b="0">
                <a:solidFill>
                  <a:srgbClr val="292929"/>
                </a:solidFill>
                <a:latin typeface="Italian Plate No2 Expanded"/>
                <a:ea typeface="Italian Plate No2 Expanded"/>
                <a:cs typeface="Italian Plate No2 Expanded"/>
              </a:rPr>
              <a:t>Thomas can make the agreed change and see its effect.</a:t>
            </a:r>
          </a:p>
        </p:txBody>
      </p:sp>
      <p:sp>
        <p:nvSpPr>
          <p:cNvPr id="9" name="">
            <a:extLst xmlns:a="http://schemas.openxmlformats.org/drawingml/2006/main">
              <a:ext uri="{FF2B5EF4-FFF2-40B4-BE49-F238E27FC236}">
                <a16:creationId xmlns:a16="http://schemas.microsoft.com/office/drawing/2014/main" id="{54D9433D-407E-4BCB-BFB9-55FEA55E48CF}"/>
              </a:ext>
            </a:extLst>
          </p:cNvPr>
          <p:cNvSpPr>
            <a:spLocks xmlns:a="http://schemas.openxmlformats.org/drawingml/2006/main" noGrp="1"/>
          </p:cNvSpPr>
          <p:nvPr/>
        </p:nvSpPr>
        <p:spPr>
          <a:xfrm xmlns:a="http://schemas.openxmlformats.org/drawingml/2006/main">
            <a:off x="619125" y="5762625"/>
            <a:ext cx="1095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292929"/>
                </a:solidFill>
                <a:latin typeface="Italian Plate No2 Expanded"/>
                <a:ea typeface="Italian Plate No2 Expanded"/>
                <a:cs typeface="Italian Plate No2 Expanded"/>
              </a:defRPr>
            </a:defPPr>
            <a:lvl1pPr>
              <a:defRPr sz="1950" b="0">
                <a:solidFill>
                  <a:srgbClr val="292929"/>
                </a:solidFill>
                <a:latin typeface="Italian Plate No2 Expanded"/>
                <a:ea typeface="Italian Plate No2 Expanded"/>
                <a:cs typeface="Italian Plate No2 Expanded"/>
              </a:defRPr>
            </a:lvl1pPr>
            <a:lvl2pPr>
              <a:defRPr sz="1950" b="0">
                <a:solidFill>
                  <a:srgbClr val="292929"/>
                </a:solidFill>
                <a:latin typeface="Italian Plate No2 Expanded"/>
                <a:ea typeface="Italian Plate No2 Expanded"/>
                <a:cs typeface="Italian Plate No2 Expanded"/>
              </a:defRPr>
            </a:lvl2pPr>
            <a:lvl3pPr>
              <a:defRPr sz="1950" b="0">
                <a:solidFill>
                  <a:srgbClr val="292929"/>
                </a:solidFill>
                <a:latin typeface="Italian Plate No2 Expanded"/>
                <a:ea typeface="Italian Plate No2 Expanded"/>
                <a:cs typeface="Italian Plate No2 Expanded"/>
              </a:defRPr>
            </a:lvl3pPr>
            <a:lvl4pPr>
              <a:defRPr sz="1950" b="0">
                <a:solidFill>
                  <a:srgbClr val="292929"/>
                </a:solidFill>
                <a:latin typeface="Italian Plate No2 Expanded"/>
                <a:ea typeface="Italian Plate No2 Expanded"/>
                <a:cs typeface="Italian Plate No2 Expanded"/>
              </a:defRPr>
            </a:lvl4pPr>
            <a:lvl5pPr>
              <a:defRPr sz="1950" b="0">
                <a:solidFill>
                  <a:srgbClr val="292929"/>
                </a:solidFill>
                <a:latin typeface="Italian Plate No2 Expanded"/>
                <a:ea typeface="Italian Plate No2 Expanded"/>
                <a:cs typeface="Italian Plate No2 Expanded"/>
              </a:defRPr>
            </a:lvl5pPr>
            <a:lvl6pPr>
              <a:defRPr sz="1950" b="0">
                <a:solidFill>
                  <a:srgbClr val="292929"/>
                </a:solidFill>
                <a:latin typeface="Italian Plate No2 Expanded"/>
                <a:ea typeface="Italian Plate No2 Expanded"/>
                <a:cs typeface="Italian Plate No2 Expanded"/>
              </a:defRPr>
            </a:lvl6pPr>
            <a:lvl7pPr>
              <a:defRPr sz="1950" b="0">
                <a:solidFill>
                  <a:srgbClr val="292929"/>
                </a:solidFill>
                <a:latin typeface="Italian Plate No2 Expanded"/>
                <a:ea typeface="Italian Plate No2 Expanded"/>
                <a:cs typeface="Italian Plate No2 Expanded"/>
              </a:defRPr>
            </a:lvl7pPr>
            <a:lvl8pPr>
              <a:defRPr sz="1950" b="0">
                <a:solidFill>
                  <a:srgbClr val="292929"/>
                </a:solidFill>
                <a:latin typeface="Italian Plate No2 Expanded"/>
                <a:ea typeface="Italian Plate No2 Expanded"/>
                <a:cs typeface="Italian Plate No2 Expanded"/>
              </a:defRPr>
            </a:lvl8pPr>
            <a:lvl9pPr>
              <a:defRPr sz="1950" b="0">
                <a:solidFill>
                  <a:srgbClr val="292929"/>
                </a:solidFill>
                <a:latin typeface="Italian Plate No2 Expanded"/>
                <a:ea typeface="Italian Plate No2 Expanded"/>
                <a:cs typeface="Italian Plate No2 Expanded"/>
              </a:defRPr>
            </a:lvl9pPr>
          </a:lstStyle>
          <a:p xmlns:a="http://schemas.openxmlformats.org/drawingml/2006/main">
            <a:pPr>
              <a:defRPr sz="1950" b="0">
                <a:solidFill>
                  <a:srgbClr val="292929"/>
                </a:solidFill>
                <a:latin typeface="Italian Plate No2 Expanded"/>
                <a:ea typeface="Italian Plate No2 Expanded"/>
                <a:cs typeface="Italian Plate No2 Expanded"/>
              </a:defRPr>
            </a:pPr>
            <a:r>
              <a:rPr sz="1950" b="0">
                <a:solidFill>
                  <a:srgbClr val="292929"/>
                </a:solidFill>
                <a:latin typeface="Italian Plate No2 Expanded"/>
                <a:ea typeface="Italian Plate No2 Expanded"/>
                <a:cs typeface="Italian Plate No2 Expanded"/>
              </a:rPr>
              <a:t>Next: agree remaining evidence, implementation scope and the decision owner.</a:t>
            </a:r>
          </a:p>
        </p:txBody>
      </p:sp>
    </p:spTree>
    <p:extLst>
      <p:ext uri="{BB962C8B-B14F-4D97-AF65-F5344CB8AC3E}">
        <p14:creationId xmlns:p14="http://schemas.microsoft.com/office/powerpoint/2010/main" val="1538530117"/>
      </p:ext>
    </p:extLst>
  </p:cSld>
</p:sld>
</file>

<file path=ppt/theme/theme1.xml><?xml version="1.0" encoding="utf-8"?>
<a:theme xmlns:a="http://schemas.openxmlformats.org/drawingml/2006/main" name="Relewise tema 5">
  <a:themeElements>
    <a:clrScheme name="Brugerdefineret 1">
      <a:dk1>
        <a:srgbClr val="292929"/>
      </a:dk1>
      <a:lt1>
        <a:srgbClr val="E6EFFA"/>
      </a:lt1>
      <a:dk2>
        <a:srgbClr val="3764E4"/>
      </a:dk2>
      <a:lt2>
        <a:srgbClr val="53CF78"/>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Brugerdefineret 2">
      <a:majorFont>
        <a:latin typeface="Italian Plate No2 Expanded Bold"/>
        <a:ea typeface=""/>
        <a:cs typeface=""/>
      </a:majorFont>
      <a:minorFont>
        <a:latin typeface="Italian Plate No2 Expanded"/>
        <a:ea typeface=""/>
        <a:cs typeface=""/>
      </a:minorFont>
    </a:fontScheme>
    <a:fmtScheme name="Brugerdefineret 1">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2026-10-28T22:07:21.7700000Z</dcterms:created>
  <dcterms:modified xsi:type="dcterms:W3CDTF">2026-10-28T22:07:21.7700000Z</dcterms:modified>
</coreProperties>
</file>